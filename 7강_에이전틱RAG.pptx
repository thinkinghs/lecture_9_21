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70" r:id="rId2"/>
    <p:sldId id="305" r:id="rId3"/>
    <p:sldId id="271" r:id="rId4"/>
    <p:sldId id="272" r:id="rId5"/>
    <p:sldId id="273" r:id="rId6"/>
    <p:sldId id="274" r:id="rId7"/>
    <p:sldId id="275" r:id="rId8"/>
    <p:sldId id="276" r:id="rId9"/>
    <p:sldId id="277" r:id="rId10"/>
    <p:sldId id="280" r:id="rId11"/>
    <p:sldId id="281" r:id="rId12"/>
    <p:sldId id="283" r:id="rId13"/>
    <p:sldId id="285" r:id="rId14"/>
    <p:sldId id="287" r:id="rId15"/>
    <p:sldId id="288" r:id="rId16"/>
    <p:sldId id="289" r:id="rId17"/>
    <p:sldId id="290" r:id="rId18"/>
    <p:sldId id="291" r:id="rId19"/>
    <p:sldId id="292" r:id="rId20"/>
    <p:sldId id="293" r:id="rId21"/>
    <p:sldId id="294" r:id="rId22"/>
    <p:sldId id="295" r:id="rId23"/>
    <p:sldId id="297" r:id="rId24"/>
    <p:sldId id="298" r:id="rId25"/>
    <p:sldId id="299" r:id="rId26"/>
    <p:sldId id="301" r:id="rId27"/>
    <p:sldId id="304"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7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173026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07D57-EB33-5488-998F-46276792AE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C03FAF-4C6E-5657-5EC6-855F0E3DD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E72406-3E57-180A-4B59-3BA468E89A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33ECC5-8967-9B6C-DDB0-055F97B9F7E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777393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 지정 멀티홉 질문}은 리허설에서 e5-small 색인 기준으로 검증한 질문으로 교체. 조건: ask.py는 첫 번째 홉까지만 답하거나 "찾을 수 없다"고 답하고, agentic_ask.py는 재검색으로 두 번째 문서를 찾아 인용해야 함. 두 문서 중 하나가 영문 논문이면 영어 하위 질의의 효과도 함께 보임.</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지원자 한 명의 로그를 화면에 띄우고 각 줄을 구성 요소에 대응시켜 읽는다. 첫 구축 청중에게 에이전틱 RAG의 동작이 로그 몇 줄로 전부 드러난다는 점을 확인시키는 슬라이드.</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전 리허설에서 같은 프롬프트를 2~3회 실행해 검색 횟수와 검색어가 매번 다른 것을 확인해 둘 것. hybrid는 호출마다 리랭킹 30쌍이 걸리므로 시연 중 1회로 제한함.</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5">
    <p:bg>
      <p:bgPr>
        <a:solidFill>
          <a:srgbClr val="121212"/>
        </a:solidFill>
        <a:effectLst/>
      </p:bgPr>
    </p:bg>
    <p:spTree>
      <p:nvGrpSpPr>
        <p:cNvPr id="1" name=""/>
        <p:cNvGrpSpPr/>
        <p:nvPr/>
      </p:nvGrpSpPr>
      <p:grpSpPr>
        <a:xfrm>
          <a:off x="0" y="0"/>
          <a:ext cx="0" cy="0"/>
          <a:chOff x="0" y="0"/>
          <a:chExt cx="0" cy="0"/>
        </a:xfrm>
      </p:grpSpPr>
      <p:sp>
        <p:nvSpPr>
          <p:cNvPr id="3" name="Text 1"/>
          <p:cNvSpPr txBox="1"/>
          <p:nvPr/>
        </p:nvSpPr>
        <p:spPr>
          <a:xfrm>
            <a:off x="822960" y="2743200"/>
            <a:ext cx="10515600" cy="914400"/>
          </a:xfrm>
          <a:prstGeom prst="rect">
            <a:avLst/>
          </a:prstGeom>
          <a:noFill/>
          <a:ln/>
        </p:spPr>
        <p:txBody>
          <a:bodyPr wrap="square" lIns="0" tIns="0" rIns="0" bIns="0" rtlCol="0" anchor="ctr"/>
          <a:lstStyle/>
          <a:p>
            <a:pPr marL="0" indent="0" algn="ctr">
              <a:lnSpc>
                <a:spcPct val="130000"/>
              </a:lnSpc>
              <a:buNone/>
            </a:pPr>
            <a:r>
              <a:rPr lang="en-US" sz="4000" b="1" dirty="0">
                <a:solidFill>
                  <a:srgbClr val="FFFFFF"/>
                </a:solidFill>
                <a:latin typeface="Malgun Gothic" pitchFamily="34" charset="0"/>
                <a:ea typeface="Malgun Gothic" pitchFamily="34" charset="-122"/>
                <a:cs typeface="Malgun Gothic" pitchFamily="34" charset="-120"/>
              </a:rPr>
              <a:t>에이전틱 RAG의 정의와 구성 요소</a:t>
            </a:r>
            <a:endParaRPr lang="en-US" sz="4000" dirty="0"/>
          </a:p>
        </p:txBody>
      </p:sp>
      <p:sp>
        <p:nvSpPr>
          <p:cNvPr id="4" name="Shape 2"/>
          <p:cNvSpPr/>
          <p:nvPr/>
        </p:nvSpPr>
        <p:spPr>
          <a:xfrm>
            <a:off x="5394960" y="3794760"/>
            <a:ext cx="1371600" cy="0"/>
          </a:xfrm>
          <a:prstGeom prst="line">
            <a:avLst/>
          </a:prstGeom>
          <a:noFill/>
          <a:ln w="19050">
            <a:solidFill>
              <a:srgbClr val="FFD733"/>
            </a:solidFill>
            <a:prstDash val="solid"/>
          </a:ln>
        </p:spPr>
      </p:sp>
      <p:sp>
        <p:nvSpPr>
          <p:cNvPr id="5" name="Text 3"/>
          <p:cNvSpPr txBox="1"/>
          <p:nvPr/>
        </p:nvSpPr>
        <p:spPr>
          <a:xfrm>
            <a:off x="1371600" y="3931920"/>
            <a:ext cx="9418320" cy="822960"/>
          </a:xfrm>
          <a:prstGeom prst="rect">
            <a:avLst/>
          </a:prstGeom>
          <a:noFill/>
          <a:ln/>
        </p:spPr>
        <p:txBody>
          <a:bodyPr wrap="square" lIns="0" tIns="0" rIns="0" bIns="0" rtlCol="0" anchor="ctr"/>
          <a:lstStyle/>
          <a:p>
            <a:pPr marL="0" indent="0" algn="ctr">
              <a:lnSpc>
                <a:spcPct val="140000"/>
              </a:lnSpc>
              <a:buNone/>
            </a:pPr>
            <a:r>
              <a:rPr lang="en-US" sz="1600" dirty="0">
                <a:solidFill>
                  <a:srgbClr val="FFFFFF"/>
                </a:solidFill>
                <a:latin typeface="Malgun Gothic" pitchFamily="34" charset="0"/>
                <a:ea typeface="Malgun Gothic" pitchFamily="34" charset="-122"/>
                <a:cs typeface="Malgun Gothic" pitchFamily="34" charset="-120"/>
              </a:rPr>
              <a:t>용어가 가리키는 범위를 먼저 정하고, 구성 요소 다섯 가지를 기능 단위로 하나씩 확인</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FA6FE72C-66B0-6365-BDB0-147E6F2813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F6D79EA-60C5-7272-DFBE-E891AD6970CD}"/>
              </a:ext>
            </a:extLst>
          </p:cNvPr>
          <p:cNvSpPr txBox="1"/>
          <p:nvPr/>
        </p:nvSpPr>
        <p:spPr>
          <a:xfrm>
            <a:off x="640080" y="411480"/>
            <a:ext cx="1088136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실습</a:t>
            </a:r>
            <a:r>
              <a:rPr kumimoji="0" lang="en-US" sz="28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2800" b="1" i="0" u="none" strike="noStrike" kern="1200" cap="none" spc="0" normalizeH="0" baseline="0" noProof="0">
                <a:ln>
                  <a:noFill/>
                </a:ln>
                <a:solidFill>
                  <a:srgbClr val="FFFFFF"/>
                </a:solidFill>
                <a:effectLst/>
                <a:uLnTx/>
                <a:uFillTx/>
                <a:latin typeface="Malgun Gothic" pitchFamily="34" charset="0"/>
                <a:ea typeface="Malgun Gothic" pitchFamily="34" charset="-122"/>
                <a:cs typeface="Malgun Gothic" pitchFamily="34" charset="-120"/>
              </a:rPr>
              <a:t>프롬프트 미리 돌려놓기</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F0A4F4F7-AC47-37F1-C9C8-8A3949789996}"/>
              </a:ext>
            </a:extLst>
          </p:cNvPr>
          <p:cNvSpPr txBox="1"/>
          <p:nvPr/>
        </p:nvSpPr>
        <p:spPr>
          <a:xfrm>
            <a:off x="640080" y="1097278"/>
            <a:ext cx="10881360" cy="1993055"/>
          </a:xfrm>
          <a:prstGeom prst="rect">
            <a:avLst/>
          </a:prstGeom>
          <a:noFill/>
          <a:ln/>
        </p:spPr>
        <p:txBody>
          <a:bodyPr wrap="square" lIns="0" tIns="0" rIns="0" bIns="0" rtlCol="0" anchor="t"/>
          <a:lstStyle/>
          <a:p>
            <a:pPr marL="228600" marR="0" lvl="0" indent="-228600" algn="l" defTabSz="914400" rtl="0" eaLnBrk="1" fontAlgn="auto" latinLnBrk="0" hangingPunct="1">
              <a:lnSpc>
                <a:spcPct val="150000"/>
              </a:lnSpc>
              <a:spcBef>
                <a:spcPts val="0"/>
              </a:spcBef>
              <a:spcAft>
                <a:spcPts val="200"/>
              </a:spcAft>
              <a:buClrTx/>
              <a:buSzPct val="100000"/>
              <a:buFontTx/>
              <a:buChar char="•"/>
              <a:tabLst/>
              <a:defRPr/>
            </a:pPr>
            <a:r>
              <a:rPr kumimoji="0" lang="ko-KR" altLang="en-US" sz="1400" b="0" i="0" u="none" strike="noStrike" kern="1200" cap="none" spc="0" normalizeH="0" baseline="0" noProof="0">
                <a:ln>
                  <a:noFill/>
                </a:ln>
                <a:solidFill>
                  <a:srgbClr val="FFFFFF"/>
                </a:solidFill>
                <a:effectLst/>
                <a:uLnTx/>
                <a:uFillTx/>
                <a:latin typeface="Malgun Gothic" pitchFamily="34" charset="0"/>
                <a:ea typeface="Malgun Gothic" pitchFamily="34" charset="-122"/>
                <a:cs typeface="Malgun Gothic" pitchFamily="34" charset="-120"/>
              </a:rPr>
              <a:t>마지막 에이전트형 돌려놓기</a:t>
            </a:r>
            <a:r>
              <a:rPr kumimoji="0" lang="en-US" altLang="ko-KR" sz="1400" b="0" i="0" u="none" strike="noStrike" kern="1200" cap="none" spc="0" normalizeH="0" baseline="0" noProof="0">
                <a:ln>
                  <a:noFill/>
                </a:ln>
                <a:solidFill>
                  <a:srgbClr val="FFFFFF"/>
                </a:solidFill>
                <a:effectLst/>
                <a:uLnTx/>
                <a:uFillTx/>
                <a:latin typeface="Malgun Gothic" pitchFamily="34" charset="0"/>
                <a:ea typeface="Malgun Gothic" pitchFamily="34" charset="-122"/>
                <a:cs typeface="Malgun Gothic" pitchFamily="34" charset="-120"/>
              </a:rPr>
              <a:t> </a:t>
            </a:r>
            <a:endParaRPr kumimoji="0" lang="en-US" altLang="ko-KR" sz="1400" b="0"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endParaRPr>
          </a:p>
        </p:txBody>
      </p:sp>
    </p:spTree>
    <p:extLst>
      <p:ext uri="{BB962C8B-B14F-4D97-AF65-F5344CB8AC3E}">
        <p14:creationId xmlns:p14="http://schemas.microsoft.com/office/powerpoint/2010/main" val="4077939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6">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핵심 정리 — 에이전틱 RAG의 정의</a:t>
            </a:r>
            <a:endParaRPr lang="en-US" sz="2800" dirty="0"/>
          </a:p>
        </p:txBody>
      </p:sp>
      <p:sp>
        <p:nvSpPr>
          <p:cNvPr id="5" name="Text 3"/>
          <p:cNvSpPr txBox="1"/>
          <p:nvPr/>
        </p:nvSpPr>
        <p:spPr>
          <a:xfrm>
            <a:off x="640080" y="2765213"/>
            <a:ext cx="5120640" cy="320040"/>
          </a:xfrm>
          <a:prstGeom prst="rect">
            <a:avLst/>
          </a:prstGeom>
          <a:noFill/>
          <a:ln/>
        </p:spPr>
        <p:txBody>
          <a:bodyPr wrap="square" lIns="0" tIns="0" rIns="0" bIns="0" rtlCol="0" anchor="ctr"/>
          <a:lstStyle/>
          <a:p>
            <a:pPr marL="0" indent="0" algn="l">
              <a:lnSpc>
                <a:spcPct val="130000"/>
              </a:lnSpc>
              <a:buNone/>
            </a:pPr>
            <a:r>
              <a:rPr lang="en-US" sz="1350" b="1" dirty="0" err="1">
                <a:solidFill>
                  <a:srgbClr val="FFFFFF"/>
                </a:solidFill>
                <a:latin typeface="Malgun Gothic" pitchFamily="34" charset="0"/>
                <a:ea typeface="Malgun Gothic" pitchFamily="34" charset="-122"/>
                <a:cs typeface="Malgun Gothic" pitchFamily="34" charset="-120"/>
              </a:rPr>
              <a:t>고정</a:t>
            </a:r>
            <a:r>
              <a:rPr lang="en-US" sz="1350" b="1" dirty="0">
                <a:solidFill>
                  <a:srgbClr val="FFFFFF"/>
                </a:solidFill>
                <a:latin typeface="Malgun Gothic" pitchFamily="34" charset="0"/>
                <a:ea typeface="Malgun Gothic" pitchFamily="34" charset="-122"/>
                <a:cs typeface="Malgun Gothic" pitchFamily="34" charset="-120"/>
              </a:rPr>
              <a:t> </a:t>
            </a:r>
            <a:r>
              <a:rPr lang="en-US" sz="1350" b="1" dirty="0" err="1">
                <a:solidFill>
                  <a:srgbClr val="FFFFFF"/>
                </a:solidFill>
                <a:latin typeface="Malgun Gothic" pitchFamily="34" charset="0"/>
                <a:ea typeface="Malgun Gothic" pitchFamily="34" charset="-122"/>
                <a:cs typeface="Malgun Gothic" pitchFamily="34" charset="-120"/>
              </a:rPr>
              <a:t>파이프라인</a:t>
            </a:r>
            <a:endParaRPr lang="en-US" sz="1350" dirty="0"/>
          </a:p>
        </p:txBody>
      </p:sp>
      <p:sp>
        <p:nvSpPr>
          <p:cNvPr id="6" name="Shape 4"/>
          <p:cNvSpPr/>
          <p:nvPr/>
        </p:nvSpPr>
        <p:spPr>
          <a:xfrm>
            <a:off x="640080" y="3130973"/>
            <a:ext cx="1280160" cy="731520"/>
          </a:xfrm>
          <a:prstGeom prst="roundRect">
            <a:avLst>
              <a:gd name="adj" fmla="val 10000"/>
            </a:avLst>
          </a:prstGeom>
          <a:solidFill>
            <a:srgbClr val="1D1D1D"/>
          </a:solidFill>
          <a:ln w="9525">
            <a:solidFill>
              <a:srgbClr val="3C3C3C"/>
            </a:solidFill>
            <a:prstDash val="solid"/>
          </a:ln>
        </p:spPr>
      </p:sp>
      <p:sp>
        <p:nvSpPr>
          <p:cNvPr id="7" name="Text 5"/>
          <p:cNvSpPr txBox="1"/>
          <p:nvPr/>
        </p:nvSpPr>
        <p:spPr>
          <a:xfrm>
            <a:off x="713232" y="3130973"/>
            <a:ext cx="1133856" cy="731520"/>
          </a:xfrm>
          <a:prstGeom prst="rect">
            <a:avLst/>
          </a:prstGeom>
          <a:noFill/>
          <a:ln/>
        </p:spPr>
        <p:txBody>
          <a:bodyPr wrap="square" lIns="0" tIns="0" rIns="0" bIns="0" rtlCol="0" anchor="ctr"/>
          <a:lstStyle/>
          <a:p>
            <a:pPr marL="0" indent="0" algn="ctr">
              <a:lnSpc>
                <a:spcPct val="115000"/>
              </a:lnSpc>
              <a:buNone/>
            </a:pPr>
            <a:r>
              <a:rPr lang="en-US" sz="1400" b="1" dirty="0">
                <a:solidFill>
                  <a:srgbClr val="FFFFFF"/>
                </a:solidFill>
                <a:latin typeface="Malgun Gothic" pitchFamily="34" charset="0"/>
                <a:ea typeface="Malgun Gothic" pitchFamily="34" charset="-122"/>
                <a:cs typeface="Malgun Gothic" pitchFamily="34" charset="-120"/>
              </a:rPr>
              <a:t>질문</a:t>
            </a:r>
            <a:endParaRPr lang="en-US" sz="1400" dirty="0"/>
          </a:p>
        </p:txBody>
      </p:sp>
      <p:sp>
        <p:nvSpPr>
          <p:cNvPr id="8" name="Shape 6"/>
          <p:cNvSpPr/>
          <p:nvPr/>
        </p:nvSpPr>
        <p:spPr>
          <a:xfrm>
            <a:off x="1956816" y="3496733"/>
            <a:ext cx="292608" cy="0"/>
          </a:xfrm>
          <a:prstGeom prst="line">
            <a:avLst/>
          </a:prstGeom>
          <a:noFill/>
          <a:ln w="22225">
            <a:solidFill>
              <a:srgbClr val="FFD733"/>
            </a:solidFill>
            <a:prstDash val="solid"/>
            <a:tailEnd type="triangle"/>
          </a:ln>
        </p:spPr>
      </p:sp>
      <p:sp>
        <p:nvSpPr>
          <p:cNvPr id="9" name="Shape 7"/>
          <p:cNvSpPr/>
          <p:nvPr/>
        </p:nvSpPr>
        <p:spPr>
          <a:xfrm>
            <a:off x="2286000" y="3130973"/>
            <a:ext cx="1280160" cy="731520"/>
          </a:xfrm>
          <a:prstGeom prst="roundRect">
            <a:avLst>
              <a:gd name="adj" fmla="val 10000"/>
            </a:avLst>
          </a:prstGeom>
          <a:solidFill>
            <a:srgbClr val="1D1D1D"/>
          </a:solidFill>
          <a:ln w="9525">
            <a:solidFill>
              <a:srgbClr val="3C3C3C"/>
            </a:solidFill>
            <a:prstDash val="solid"/>
          </a:ln>
        </p:spPr>
      </p:sp>
      <p:sp>
        <p:nvSpPr>
          <p:cNvPr id="10" name="Text 8"/>
          <p:cNvSpPr txBox="1"/>
          <p:nvPr/>
        </p:nvSpPr>
        <p:spPr>
          <a:xfrm>
            <a:off x="2359152" y="3130973"/>
            <a:ext cx="1133856" cy="731520"/>
          </a:xfrm>
          <a:prstGeom prst="rect">
            <a:avLst/>
          </a:prstGeom>
          <a:noFill/>
          <a:ln/>
        </p:spPr>
        <p:txBody>
          <a:bodyPr wrap="square" lIns="0" tIns="0" rIns="0" bIns="0" rtlCol="0" anchor="ctr"/>
          <a:lstStyle/>
          <a:p>
            <a:pPr marL="0" indent="0" algn="ctr">
              <a:lnSpc>
                <a:spcPct val="115000"/>
              </a:lnSpc>
              <a:buNone/>
            </a:pPr>
            <a:r>
              <a:rPr lang="en-US" sz="1400" b="1" dirty="0">
                <a:solidFill>
                  <a:srgbClr val="FFFFFF"/>
                </a:solidFill>
                <a:latin typeface="Malgun Gothic" pitchFamily="34" charset="0"/>
                <a:ea typeface="Malgun Gothic" pitchFamily="34" charset="-122"/>
                <a:cs typeface="Malgun Gothic" pitchFamily="34" charset="-120"/>
              </a:rPr>
              <a:t>검색</a:t>
            </a:r>
            <a:endParaRPr lang="en-US" sz="1400" dirty="0"/>
          </a:p>
        </p:txBody>
      </p:sp>
      <p:sp>
        <p:nvSpPr>
          <p:cNvPr id="11" name="Shape 9"/>
          <p:cNvSpPr/>
          <p:nvPr/>
        </p:nvSpPr>
        <p:spPr>
          <a:xfrm>
            <a:off x="3602736" y="3496733"/>
            <a:ext cx="292608" cy="0"/>
          </a:xfrm>
          <a:prstGeom prst="line">
            <a:avLst/>
          </a:prstGeom>
          <a:noFill/>
          <a:ln w="22225">
            <a:solidFill>
              <a:srgbClr val="FFD733"/>
            </a:solidFill>
            <a:prstDash val="solid"/>
            <a:tailEnd type="triangle"/>
          </a:ln>
        </p:spPr>
      </p:sp>
      <p:sp>
        <p:nvSpPr>
          <p:cNvPr id="12" name="Shape 10"/>
          <p:cNvSpPr/>
          <p:nvPr/>
        </p:nvSpPr>
        <p:spPr>
          <a:xfrm>
            <a:off x="3931920" y="3130973"/>
            <a:ext cx="1280160" cy="731520"/>
          </a:xfrm>
          <a:prstGeom prst="roundRect">
            <a:avLst>
              <a:gd name="adj" fmla="val 10000"/>
            </a:avLst>
          </a:prstGeom>
          <a:solidFill>
            <a:srgbClr val="1D1D1D"/>
          </a:solidFill>
          <a:ln w="9525">
            <a:solidFill>
              <a:srgbClr val="3C3C3C"/>
            </a:solidFill>
            <a:prstDash val="solid"/>
          </a:ln>
        </p:spPr>
      </p:sp>
      <p:sp>
        <p:nvSpPr>
          <p:cNvPr id="13" name="Text 11"/>
          <p:cNvSpPr txBox="1"/>
          <p:nvPr/>
        </p:nvSpPr>
        <p:spPr>
          <a:xfrm>
            <a:off x="4005072" y="3130973"/>
            <a:ext cx="1133856" cy="731520"/>
          </a:xfrm>
          <a:prstGeom prst="rect">
            <a:avLst/>
          </a:prstGeom>
          <a:noFill/>
          <a:ln/>
        </p:spPr>
        <p:txBody>
          <a:bodyPr wrap="square" lIns="0" tIns="0" rIns="0" bIns="0" rtlCol="0" anchor="ctr"/>
          <a:lstStyle/>
          <a:p>
            <a:pPr marL="0" indent="0" algn="ctr">
              <a:lnSpc>
                <a:spcPct val="115000"/>
              </a:lnSpc>
              <a:buNone/>
            </a:pPr>
            <a:r>
              <a:rPr lang="en-US" sz="1400" b="1" dirty="0">
                <a:solidFill>
                  <a:srgbClr val="FFFFFF"/>
                </a:solidFill>
                <a:latin typeface="Malgun Gothic" pitchFamily="34" charset="0"/>
                <a:ea typeface="Malgun Gothic" pitchFamily="34" charset="-122"/>
                <a:cs typeface="Malgun Gothic" pitchFamily="34" charset="-120"/>
              </a:rPr>
              <a:t>생성</a:t>
            </a:r>
            <a:endParaRPr lang="en-US" sz="1400" dirty="0"/>
          </a:p>
        </p:txBody>
      </p:sp>
      <p:sp>
        <p:nvSpPr>
          <p:cNvPr id="14" name="Shape 12"/>
          <p:cNvSpPr/>
          <p:nvPr/>
        </p:nvSpPr>
        <p:spPr>
          <a:xfrm>
            <a:off x="5248656" y="3496733"/>
            <a:ext cx="292608" cy="0"/>
          </a:xfrm>
          <a:prstGeom prst="line">
            <a:avLst/>
          </a:prstGeom>
          <a:noFill/>
          <a:ln w="22225">
            <a:solidFill>
              <a:srgbClr val="FFD733"/>
            </a:solidFill>
            <a:prstDash val="solid"/>
            <a:tailEnd type="triangle"/>
          </a:ln>
        </p:spPr>
      </p:sp>
      <p:sp>
        <p:nvSpPr>
          <p:cNvPr id="15" name="Shape 13"/>
          <p:cNvSpPr/>
          <p:nvPr/>
        </p:nvSpPr>
        <p:spPr>
          <a:xfrm>
            <a:off x="5577840" y="3130973"/>
            <a:ext cx="1280160" cy="731520"/>
          </a:xfrm>
          <a:prstGeom prst="roundRect">
            <a:avLst>
              <a:gd name="adj" fmla="val 10000"/>
            </a:avLst>
          </a:prstGeom>
          <a:solidFill>
            <a:srgbClr val="1D1D1D"/>
          </a:solidFill>
          <a:ln w="9525">
            <a:solidFill>
              <a:srgbClr val="3C3C3C"/>
            </a:solidFill>
            <a:prstDash val="solid"/>
          </a:ln>
        </p:spPr>
      </p:sp>
      <p:sp>
        <p:nvSpPr>
          <p:cNvPr id="16" name="Text 14"/>
          <p:cNvSpPr txBox="1"/>
          <p:nvPr/>
        </p:nvSpPr>
        <p:spPr>
          <a:xfrm>
            <a:off x="5650992" y="3130973"/>
            <a:ext cx="1133856" cy="731520"/>
          </a:xfrm>
          <a:prstGeom prst="rect">
            <a:avLst/>
          </a:prstGeom>
          <a:noFill/>
          <a:ln/>
        </p:spPr>
        <p:txBody>
          <a:bodyPr wrap="square" lIns="0" tIns="0" rIns="0" bIns="0" rtlCol="0" anchor="ctr"/>
          <a:lstStyle/>
          <a:p>
            <a:pPr marL="0" indent="0" algn="ctr">
              <a:lnSpc>
                <a:spcPct val="115000"/>
              </a:lnSpc>
              <a:buNone/>
            </a:pPr>
            <a:r>
              <a:rPr lang="en-US" sz="1400" b="1" dirty="0">
                <a:solidFill>
                  <a:srgbClr val="FFFFFF"/>
                </a:solidFill>
                <a:latin typeface="Malgun Gothic" pitchFamily="34" charset="0"/>
                <a:ea typeface="Malgun Gothic" pitchFamily="34" charset="-122"/>
                <a:cs typeface="Malgun Gothic" pitchFamily="34" charset="-120"/>
              </a:rPr>
              <a:t>답변</a:t>
            </a:r>
            <a:endParaRPr lang="en-US" sz="1400" dirty="0"/>
          </a:p>
        </p:txBody>
      </p:sp>
      <p:sp>
        <p:nvSpPr>
          <p:cNvPr id="17" name="Text 15"/>
          <p:cNvSpPr txBox="1"/>
          <p:nvPr/>
        </p:nvSpPr>
        <p:spPr>
          <a:xfrm>
            <a:off x="640080" y="4136813"/>
            <a:ext cx="5120640" cy="320040"/>
          </a:xfrm>
          <a:prstGeom prst="rect">
            <a:avLst/>
          </a:prstGeom>
          <a:noFill/>
          <a:ln/>
        </p:spPr>
        <p:txBody>
          <a:bodyPr wrap="square" lIns="0" tIns="0" rIns="0" bIns="0" rtlCol="0" anchor="ctr"/>
          <a:lstStyle/>
          <a:p>
            <a:pPr marL="0" indent="0" algn="l">
              <a:lnSpc>
                <a:spcPct val="130000"/>
              </a:lnSpc>
              <a:buNone/>
            </a:pPr>
            <a:r>
              <a:rPr lang="en-US" sz="1350" b="1" dirty="0">
                <a:solidFill>
                  <a:srgbClr val="FFD733"/>
                </a:solidFill>
                <a:latin typeface="Malgun Gothic" pitchFamily="34" charset="0"/>
                <a:ea typeface="Malgun Gothic" pitchFamily="34" charset="-122"/>
                <a:cs typeface="Malgun Gothic" pitchFamily="34" charset="-120"/>
              </a:rPr>
              <a:t>에이전틱 RAG </a:t>
            </a:r>
            <a:endParaRPr lang="en-US" sz="1350" dirty="0"/>
          </a:p>
        </p:txBody>
      </p:sp>
      <p:sp>
        <p:nvSpPr>
          <p:cNvPr id="18" name="Shape 16"/>
          <p:cNvSpPr/>
          <p:nvPr/>
        </p:nvSpPr>
        <p:spPr>
          <a:xfrm>
            <a:off x="640080" y="4502573"/>
            <a:ext cx="1280160" cy="731520"/>
          </a:xfrm>
          <a:prstGeom prst="roundRect">
            <a:avLst>
              <a:gd name="adj" fmla="val 10000"/>
            </a:avLst>
          </a:prstGeom>
          <a:solidFill>
            <a:srgbClr val="1D1D1D"/>
          </a:solidFill>
          <a:ln w="9525">
            <a:solidFill>
              <a:srgbClr val="3C3C3C"/>
            </a:solidFill>
            <a:prstDash val="solid"/>
          </a:ln>
        </p:spPr>
      </p:sp>
      <p:sp>
        <p:nvSpPr>
          <p:cNvPr id="19" name="Text 17"/>
          <p:cNvSpPr txBox="1"/>
          <p:nvPr/>
        </p:nvSpPr>
        <p:spPr>
          <a:xfrm>
            <a:off x="713232" y="4502573"/>
            <a:ext cx="1133856" cy="73152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질문</a:t>
            </a:r>
            <a:endParaRPr lang="en-US" sz="1350" dirty="0"/>
          </a:p>
        </p:txBody>
      </p:sp>
      <p:sp>
        <p:nvSpPr>
          <p:cNvPr id="20" name="Shape 18"/>
          <p:cNvSpPr/>
          <p:nvPr/>
        </p:nvSpPr>
        <p:spPr>
          <a:xfrm>
            <a:off x="1956816" y="4868333"/>
            <a:ext cx="292608" cy="0"/>
          </a:xfrm>
          <a:prstGeom prst="line">
            <a:avLst/>
          </a:prstGeom>
          <a:noFill/>
          <a:ln w="22225">
            <a:solidFill>
              <a:srgbClr val="FFD733"/>
            </a:solidFill>
            <a:prstDash val="solid"/>
            <a:tailEnd type="triangle"/>
          </a:ln>
        </p:spPr>
      </p:sp>
      <p:sp>
        <p:nvSpPr>
          <p:cNvPr id="21" name="Shape 19"/>
          <p:cNvSpPr/>
          <p:nvPr/>
        </p:nvSpPr>
        <p:spPr>
          <a:xfrm>
            <a:off x="2286000" y="4502573"/>
            <a:ext cx="2103120" cy="731520"/>
          </a:xfrm>
          <a:prstGeom prst="roundRect">
            <a:avLst>
              <a:gd name="adj" fmla="val 10000"/>
            </a:avLst>
          </a:prstGeom>
          <a:solidFill>
            <a:srgbClr val="262626"/>
          </a:solidFill>
          <a:ln w="19050">
            <a:solidFill>
              <a:srgbClr val="FFD733"/>
            </a:solidFill>
            <a:prstDash val="solid"/>
          </a:ln>
        </p:spPr>
      </p:sp>
      <p:sp>
        <p:nvSpPr>
          <p:cNvPr id="22" name="Text 20"/>
          <p:cNvSpPr txBox="1"/>
          <p:nvPr/>
        </p:nvSpPr>
        <p:spPr>
          <a:xfrm>
            <a:off x="2359152" y="4502573"/>
            <a:ext cx="1956816" cy="73152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판단: 무엇을 검색할까</a:t>
            </a:r>
            <a:endParaRPr lang="en-US" sz="1350" dirty="0"/>
          </a:p>
        </p:txBody>
      </p:sp>
      <p:sp>
        <p:nvSpPr>
          <p:cNvPr id="23" name="Shape 21"/>
          <p:cNvSpPr/>
          <p:nvPr/>
        </p:nvSpPr>
        <p:spPr>
          <a:xfrm>
            <a:off x="4425696" y="4868333"/>
            <a:ext cx="292608" cy="0"/>
          </a:xfrm>
          <a:prstGeom prst="line">
            <a:avLst/>
          </a:prstGeom>
          <a:noFill/>
          <a:ln w="22225">
            <a:solidFill>
              <a:srgbClr val="FFD733"/>
            </a:solidFill>
            <a:prstDash val="solid"/>
            <a:tailEnd type="triangle"/>
          </a:ln>
        </p:spPr>
      </p:sp>
      <p:sp>
        <p:nvSpPr>
          <p:cNvPr id="24" name="Shape 22"/>
          <p:cNvSpPr/>
          <p:nvPr/>
        </p:nvSpPr>
        <p:spPr>
          <a:xfrm>
            <a:off x="4754880" y="4502573"/>
            <a:ext cx="1097280" cy="731520"/>
          </a:xfrm>
          <a:prstGeom prst="roundRect">
            <a:avLst>
              <a:gd name="adj" fmla="val 10000"/>
            </a:avLst>
          </a:prstGeom>
          <a:solidFill>
            <a:srgbClr val="1D1D1D"/>
          </a:solidFill>
          <a:ln w="9525">
            <a:solidFill>
              <a:srgbClr val="3C3C3C"/>
            </a:solidFill>
            <a:prstDash val="solid"/>
          </a:ln>
        </p:spPr>
      </p:sp>
      <p:sp>
        <p:nvSpPr>
          <p:cNvPr id="25" name="Text 23"/>
          <p:cNvSpPr txBox="1"/>
          <p:nvPr/>
        </p:nvSpPr>
        <p:spPr>
          <a:xfrm>
            <a:off x="4828032" y="4502573"/>
            <a:ext cx="950976" cy="73152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검색</a:t>
            </a:r>
            <a:endParaRPr lang="en-US" sz="1350" dirty="0"/>
          </a:p>
        </p:txBody>
      </p:sp>
      <p:sp>
        <p:nvSpPr>
          <p:cNvPr id="26" name="Shape 24"/>
          <p:cNvSpPr/>
          <p:nvPr/>
        </p:nvSpPr>
        <p:spPr>
          <a:xfrm>
            <a:off x="5888736" y="4868333"/>
            <a:ext cx="292608" cy="0"/>
          </a:xfrm>
          <a:prstGeom prst="line">
            <a:avLst/>
          </a:prstGeom>
          <a:noFill/>
          <a:ln w="22225">
            <a:solidFill>
              <a:srgbClr val="FFD733"/>
            </a:solidFill>
            <a:prstDash val="solid"/>
            <a:tailEnd type="triangle"/>
          </a:ln>
        </p:spPr>
      </p:sp>
      <p:sp>
        <p:nvSpPr>
          <p:cNvPr id="27" name="Shape 25"/>
          <p:cNvSpPr/>
          <p:nvPr/>
        </p:nvSpPr>
        <p:spPr>
          <a:xfrm>
            <a:off x="6217920" y="4502573"/>
            <a:ext cx="1097280" cy="731520"/>
          </a:xfrm>
          <a:prstGeom prst="roundRect">
            <a:avLst>
              <a:gd name="adj" fmla="val 10000"/>
            </a:avLst>
          </a:prstGeom>
          <a:solidFill>
            <a:srgbClr val="1D1D1D"/>
          </a:solidFill>
          <a:ln w="9525">
            <a:solidFill>
              <a:srgbClr val="3C3C3C"/>
            </a:solidFill>
            <a:prstDash val="solid"/>
          </a:ln>
        </p:spPr>
      </p:sp>
      <p:sp>
        <p:nvSpPr>
          <p:cNvPr id="28" name="Text 26"/>
          <p:cNvSpPr txBox="1"/>
          <p:nvPr/>
        </p:nvSpPr>
        <p:spPr>
          <a:xfrm>
            <a:off x="6291072" y="4502573"/>
            <a:ext cx="950976" cy="73152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생성</a:t>
            </a:r>
            <a:endParaRPr lang="en-US" sz="1350" dirty="0"/>
          </a:p>
        </p:txBody>
      </p:sp>
      <p:sp>
        <p:nvSpPr>
          <p:cNvPr id="29" name="Shape 27"/>
          <p:cNvSpPr/>
          <p:nvPr/>
        </p:nvSpPr>
        <p:spPr>
          <a:xfrm>
            <a:off x="7351776" y="4868333"/>
            <a:ext cx="292608" cy="0"/>
          </a:xfrm>
          <a:prstGeom prst="line">
            <a:avLst/>
          </a:prstGeom>
          <a:noFill/>
          <a:ln w="22225">
            <a:solidFill>
              <a:srgbClr val="FFD733"/>
            </a:solidFill>
            <a:prstDash val="solid"/>
            <a:tailEnd type="triangle"/>
          </a:ln>
        </p:spPr>
      </p:sp>
      <p:sp>
        <p:nvSpPr>
          <p:cNvPr id="30" name="Shape 28"/>
          <p:cNvSpPr/>
          <p:nvPr/>
        </p:nvSpPr>
        <p:spPr>
          <a:xfrm>
            <a:off x="7680960" y="4502573"/>
            <a:ext cx="2103120" cy="731520"/>
          </a:xfrm>
          <a:prstGeom prst="roundRect">
            <a:avLst>
              <a:gd name="adj" fmla="val 10000"/>
            </a:avLst>
          </a:prstGeom>
          <a:solidFill>
            <a:srgbClr val="262626"/>
          </a:solidFill>
          <a:ln w="19050">
            <a:solidFill>
              <a:srgbClr val="FFD733"/>
            </a:solidFill>
            <a:prstDash val="solid"/>
          </a:ln>
        </p:spPr>
      </p:sp>
      <p:sp>
        <p:nvSpPr>
          <p:cNvPr id="31" name="Text 29"/>
          <p:cNvSpPr txBox="1"/>
          <p:nvPr/>
        </p:nvSpPr>
        <p:spPr>
          <a:xfrm>
            <a:off x="7754112" y="4502573"/>
            <a:ext cx="1956816" cy="73152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판단: 근거가 충분한가</a:t>
            </a:r>
            <a:endParaRPr lang="en-US" sz="1350" dirty="0"/>
          </a:p>
        </p:txBody>
      </p:sp>
      <p:sp>
        <p:nvSpPr>
          <p:cNvPr id="32" name="Shape 30"/>
          <p:cNvSpPr/>
          <p:nvPr/>
        </p:nvSpPr>
        <p:spPr>
          <a:xfrm>
            <a:off x="9820656" y="4868333"/>
            <a:ext cx="292608" cy="0"/>
          </a:xfrm>
          <a:prstGeom prst="line">
            <a:avLst/>
          </a:prstGeom>
          <a:noFill/>
          <a:ln w="22225">
            <a:solidFill>
              <a:srgbClr val="FFD733"/>
            </a:solidFill>
            <a:prstDash val="solid"/>
            <a:tailEnd type="triangle"/>
          </a:ln>
        </p:spPr>
      </p:sp>
      <p:sp>
        <p:nvSpPr>
          <p:cNvPr id="33" name="Shape 31"/>
          <p:cNvSpPr/>
          <p:nvPr/>
        </p:nvSpPr>
        <p:spPr>
          <a:xfrm>
            <a:off x="10149840" y="4502573"/>
            <a:ext cx="1371600" cy="731520"/>
          </a:xfrm>
          <a:prstGeom prst="roundRect">
            <a:avLst>
              <a:gd name="adj" fmla="val 10000"/>
            </a:avLst>
          </a:prstGeom>
          <a:solidFill>
            <a:srgbClr val="1D1D1D"/>
          </a:solidFill>
          <a:ln w="9525">
            <a:solidFill>
              <a:srgbClr val="3C3C3C"/>
            </a:solidFill>
            <a:prstDash val="solid"/>
          </a:ln>
        </p:spPr>
      </p:sp>
      <p:sp>
        <p:nvSpPr>
          <p:cNvPr id="34" name="Text 32"/>
          <p:cNvSpPr txBox="1"/>
          <p:nvPr/>
        </p:nvSpPr>
        <p:spPr>
          <a:xfrm>
            <a:off x="10222992" y="4502573"/>
            <a:ext cx="1225296" cy="73152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답변</a:t>
            </a:r>
            <a:endParaRPr lang="en-US" sz="1350" dirty="0"/>
          </a:p>
        </p:txBody>
      </p:sp>
      <p:sp>
        <p:nvSpPr>
          <p:cNvPr id="35" name="Shape 33"/>
          <p:cNvSpPr/>
          <p:nvPr/>
        </p:nvSpPr>
        <p:spPr>
          <a:xfrm>
            <a:off x="8732520" y="5270669"/>
            <a:ext cx="0" cy="374904"/>
          </a:xfrm>
          <a:prstGeom prst="line">
            <a:avLst/>
          </a:prstGeom>
          <a:noFill/>
          <a:ln w="22225">
            <a:solidFill>
              <a:srgbClr val="FFD733"/>
            </a:solidFill>
            <a:prstDash val="solid"/>
            <a:tailEnd type="none"/>
          </a:ln>
        </p:spPr>
      </p:sp>
      <p:sp>
        <p:nvSpPr>
          <p:cNvPr id="36" name="Shape 34"/>
          <p:cNvSpPr/>
          <p:nvPr/>
        </p:nvSpPr>
        <p:spPr>
          <a:xfrm flipH="1">
            <a:off x="3337560" y="5645573"/>
            <a:ext cx="5394960" cy="0"/>
          </a:xfrm>
          <a:prstGeom prst="line">
            <a:avLst/>
          </a:prstGeom>
          <a:noFill/>
          <a:ln w="22225">
            <a:solidFill>
              <a:srgbClr val="FFD733"/>
            </a:solidFill>
            <a:prstDash val="solid"/>
            <a:tailEnd type="none"/>
          </a:ln>
        </p:spPr>
      </p:sp>
      <p:sp>
        <p:nvSpPr>
          <p:cNvPr id="37" name="Shape 35"/>
          <p:cNvSpPr/>
          <p:nvPr/>
        </p:nvSpPr>
        <p:spPr>
          <a:xfrm flipV="1">
            <a:off x="3337560" y="5270669"/>
            <a:ext cx="0" cy="374904"/>
          </a:xfrm>
          <a:prstGeom prst="line">
            <a:avLst/>
          </a:prstGeom>
          <a:noFill/>
          <a:ln w="22225">
            <a:solidFill>
              <a:srgbClr val="FFD733"/>
            </a:solidFill>
            <a:prstDash val="solid"/>
            <a:tailEnd type="triangle"/>
          </a:ln>
        </p:spPr>
      </p:sp>
      <p:sp>
        <p:nvSpPr>
          <p:cNvPr id="38" name="Text 36"/>
          <p:cNvSpPr txBox="1"/>
          <p:nvPr/>
        </p:nvSpPr>
        <p:spPr>
          <a:xfrm>
            <a:off x="3337560" y="5673005"/>
            <a:ext cx="5394960" cy="274320"/>
          </a:xfrm>
          <a:prstGeom prst="rect">
            <a:avLst/>
          </a:prstGeom>
          <a:noFill/>
          <a:ln/>
        </p:spPr>
        <p:txBody>
          <a:bodyPr wrap="square" lIns="0" tIns="0" rIns="0" bIns="0" rtlCol="0" anchor="ctr"/>
          <a:lstStyle/>
          <a:p>
            <a:pPr marL="0" indent="0" algn="ctr">
              <a:lnSpc>
                <a:spcPct val="110000"/>
              </a:lnSpc>
              <a:buNone/>
            </a:pPr>
            <a:r>
              <a:rPr lang="en-US" sz="1050" dirty="0">
                <a:solidFill>
                  <a:srgbClr val="FFD733"/>
                </a:solidFill>
                <a:latin typeface="Malgun Gothic" pitchFamily="34" charset="0"/>
                <a:ea typeface="Malgun Gothic" pitchFamily="34" charset="-122"/>
                <a:cs typeface="Malgun Gothic" pitchFamily="34" charset="-120"/>
              </a:rPr>
              <a:t>부족하면 검색어를 바꿔 다시 검색</a:t>
            </a:r>
            <a:endParaRPr lang="en-US" sz="1050" dirty="0"/>
          </a:p>
        </p:txBody>
      </p:sp>
      <p:sp>
        <p:nvSpPr>
          <p:cNvPr id="39" name="Text 37"/>
          <p:cNvSpPr txBox="1"/>
          <p:nvPr/>
        </p:nvSpPr>
        <p:spPr>
          <a:xfrm>
            <a:off x="640080" y="6011333"/>
            <a:ext cx="10881360" cy="435187"/>
          </a:xfrm>
          <a:prstGeom prst="rect">
            <a:avLst/>
          </a:prstGeom>
          <a:noFill/>
          <a:ln/>
        </p:spPr>
        <p:txBody>
          <a:bodyPr wrap="square" lIns="0" tIns="0" rIns="0" bIns="0" rtlCol="0" anchor="t"/>
          <a:lstStyle/>
          <a:p>
            <a:pPr marL="228600" indent="-228600" algn="l">
              <a:lnSpc>
                <a:spcPct val="135000"/>
              </a:lnSpc>
              <a:spcAft>
                <a:spcPts val="600"/>
              </a:spcAft>
              <a:buSzPct val="100000"/>
              <a:buChar char="•"/>
            </a:pPr>
            <a:r>
              <a:rPr lang="en-US" sz="1350" dirty="0" err="1">
                <a:solidFill>
                  <a:srgbClr val="FFFFFF"/>
                </a:solidFill>
                <a:latin typeface="Malgun Gothic" pitchFamily="34" charset="0"/>
                <a:ea typeface="Malgun Gothic" pitchFamily="34" charset="-122"/>
                <a:cs typeface="Malgun Gothic" pitchFamily="34" charset="-120"/>
              </a:rPr>
              <a:t>단일한</a:t>
            </a:r>
            <a:r>
              <a:rPr lang="en-US" sz="1350" dirty="0">
                <a:solidFill>
                  <a:srgbClr val="FFFFFF"/>
                </a:solidFill>
                <a:latin typeface="Malgun Gothic" pitchFamily="34" charset="0"/>
                <a:ea typeface="Malgun Gothic" pitchFamily="34" charset="-122"/>
                <a:cs typeface="Malgun Gothic" pitchFamily="34" charset="-120"/>
              </a:rPr>
              <a:t> 엄밀한 정의는 없고, LLM의 판단이 검색 흐름에 개입하는 정도에 따라 가리키는 범위가 넓음</a:t>
            </a:r>
            <a:endParaRPr lang="en-US" sz="1350" dirty="0"/>
          </a:p>
        </p:txBody>
      </p:sp>
      <p:sp>
        <p:nvSpPr>
          <p:cNvPr id="41" name="Text 1">
            <a:extLst>
              <a:ext uri="{FF2B5EF4-FFF2-40B4-BE49-F238E27FC236}">
                <a16:creationId xmlns:a16="http://schemas.microsoft.com/office/drawing/2014/main" id="{9C8D68F0-7C3A-7F54-7E80-B6B0ABD6ADDE}"/>
              </a:ext>
            </a:extLst>
          </p:cNvPr>
          <p:cNvSpPr txBox="1"/>
          <p:nvPr/>
        </p:nvSpPr>
        <p:spPr>
          <a:xfrm>
            <a:off x="640080" y="1371600"/>
            <a:ext cx="10881360" cy="1280155"/>
          </a:xfrm>
          <a:prstGeom prst="rect">
            <a:avLst/>
          </a:prstGeom>
          <a:noFill/>
          <a:ln/>
        </p:spPr>
        <p:txBody>
          <a:bodyPr wrap="square" lIns="0" tIns="0" rIns="0" bIns="0" rtlCol="0" anchor="t"/>
          <a:lstStyle/>
          <a:p>
            <a:pPr marL="228600" indent="-228600" algn="l">
              <a:lnSpc>
                <a:spcPct val="150000"/>
              </a:lnSpc>
              <a:spcAft>
                <a:spcPts val="600"/>
              </a:spcAft>
              <a:buSzPct val="100000"/>
              <a:buChar char="•"/>
            </a:pPr>
            <a:r>
              <a:rPr lang="ko-KR" altLang="en-US" sz="1500" dirty="0">
                <a:solidFill>
                  <a:srgbClr val="FFFFFF"/>
                </a:solidFill>
                <a:latin typeface="Malgun Gothic" pitchFamily="34" charset="0"/>
                <a:ea typeface="Malgun Gothic" pitchFamily="34" charset="-122"/>
                <a:cs typeface="Malgun Gothic" pitchFamily="34" charset="-120"/>
              </a:rPr>
              <a:t>이전 시간까지 </a:t>
            </a:r>
            <a:r>
              <a:rPr lang="en-US" sz="1500" dirty="0" err="1">
                <a:solidFill>
                  <a:srgbClr val="FFFFFF"/>
                </a:solidFill>
                <a:latin typeface="Malgun Gothic" pitchFamily="34" charset="0"/>
                <a:ea typeface="Malgun Gothic" pitchFamily="34" charset="-122"/>
                <a:cs typeface="Malgun Gothic" pitchFamily="34" charset="-120"/>
              </a:rPr>
              <a:t>질문</a:t>
            </a:r>
            <a:r>
              <a:rPr lang="en-US" sz="1500" dirty="0">
                <a:solidFill>
                  <a:srgbClr val="FFFFFF"/>
                </a:solidFill>
                <a:latin typeface="Malgun Gothic" pitchFamily="34" charset="0"/>
                <a:ea typeface="Malgun Gothic" pitchFamily="34" charset="-122"/>
                <a:cs typeface="Malgun Gothic" pitchFamily="34" charset="-120"/>
              </a:rPr>
              <a:t> 하나에 검색 1회, 답변 생성 1회로 끝나는 </a:t>
            </a:r>
            <a:r>
              <a:rPr lang="en-US" sz="1500" dirty="0" err="1">
                <a:solidFill>
                  <a:srgbClr val="FFFFFF"/>
                </a:solidFill>
                <a:latin typeface="Malgun Gothic" pitchFamily="34" charset="0"/>
                <a:ea typeface="Malgun Gothic" pitchFamily="34" charset="-122"/>
                <a:cs typeface="Malgun Gothic" pitchFamily="34" charset="-120"/>
              </a:rPr>
              <a:t>고정</a:t>
            </a:r>
            <a:r>
              <a:rPr lang="en-US" sz="1500" dirty="0">
                <a:solidFill>
                  <a:srgbClr val="FFFFFF"/>
                </a:solidFill>
                <a:latin typeface="Malgun Gothic" pitchFamily="34" charset="0"/>
                <a:ea typeface="Malgun Gothic" pitchFamily="34" charset="-122"/>
                <a:cs typeface="Malgun Gothic" pitchFamily="34" charset="-120"/>
              </a:rPr>
              <a:t> </a:t>
            </a:r>
            <a:r>
              <a:rPr lang="en-US" sz="1500" dirty="0" err="1">
                <a:solidFill>
                  <a:srgbClr val="FFFFFF"/>
                </a:solidFill>
                <a:latin typeface="Malgun Gothic" pitchFamily="34" charset="0"/>
                <a:ea typeface="Malgun Gothic" pitchFamily="34" charset="-122"/>
                <a:cs typeface="Malgun Gothic" pitchFamily="34" charset="-120"/>
              </a:rPr>
              <a:t>파이프라인을</a:t>
            </a:r>
            <a:r>
              <a:rPr lang="en-US" sz="1500" dirty="0">
                <a:solidFill>
                  <a:srgbClr val="FFFFFF"/>
                </a:solidFill>
                <a:latin typeface="Malgun Gothic" pitchFamily="34" charset="0"/>
                <a:ea typeface="Malgun Gothic" pitchFamily="34" charset="-122"/>
                <a:cs typeface="Malgun Gothic" pitchFamily="34" charset="-120"/>
              </a:rPr>
              <a:t> 만들었음.</a:t>
            </a:r>
            <a:endParaRPr lang="en-US" sz="1500" dirty="0"/>
          </a:p>
          <a:p>
            <a:pPr marL="228600" indent="-228600" algn="l">
              <a:lnSpc>
                <a:spcPct val="150000"/>
              </a:lnSpc>
              <a:spcAft>
                <a:spcPts val="600"/>
              </a:spcAft>
              <a:buSzPct val="100000"/>
              <a:buChar char="•"/>
            </a:pPr>
            <a:r>
              <a:rPr lang="en-US" sz="1500" dirty="0">
                <a:solidFill>
                  <a:srgbClr val="FFFFFF"/>
                </a:solidFill>
                <a:latin typeface="Malgun Gothic" pitchFamily="34" charset="0"/>
                <a:ea typeface="Malgun Gothic" pitchFamily="34" charset="-122"/>
                <a:cs typeface="Malgun Gothic" pitchFamily="34" charset="-120"/>
              </a:rPr>
              <a:t>이번 강의는 그 앞뒤에 LLM의 판단 단계를 추가함. 검색 전에 질문을 검색에 맞게 고치고, 답변 후에 근거를 검증해 부족하면 다시 검색함. 이렇게 검색을 LLM이 판단해 반복 호출하는 구조를 </a:t>
            </a:r>
            <a:r>
              <a:rPr lang="en-US" sz="1500" b="1" dirty="0">
                <a:solidFill>
                  <a:srgbClr val="FFD733"/>
                </a:solidFill>
                <a:latin typeface="Malgun Gothic" pitchFamily="34" charset="0"/>
                <a:ea typeface="Malgun Gothic" pitchFamily="34" charset="-122"/>
                <a:cs typeface="Malgun Gothic" pitchFamily="34" charset="-120"/>
              </a:rPr>
              <a:t>에이전틱 RAG(agentic RAG)</a:t>
            </a:r>
            <a:r>
              <a:rPr lang="en-US" sz="1500" dirty="0">
                <a:solidFill>
                  <a:srgbClr val="FFFFFF"/>
                </a:solidFill>
                <a:latin typeface="Malgun Gothic" pitchFamily="34" charset="0"/>
                <a:ea typeface="Malgun Gothic" pitchFamily="34" charset="-122"/>
                <a:cs typeface="Malgun Gothic" pitchFamily="34" charset="-120"/>
              </a:rPr>
              <a:t>라고 부름.</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7">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핵심 정리 — 워크플로(workflow)와 에이전트(agent)</a:t>
            </a:r>
            <a:endParaRPr lang="en-US" sz="2800" dirty="0"/>
          </a:p>
        </p:txBody>
      </p:sp>
      <p:sp>
        <p:nvSpPr>
          <p:cNvPr id="3" name="Text 1"/>
          <p:cNvSpPr txBox="1"/>
          <p:nvPr/>
        </p:nvSpPr>
        <p:spPr>
          <a:xfrm>
            <a:off x="640080" y="1170432"/>
            <a:ext cx="10881360" cy="329184"/>
          </a:xfrm>
          <a:prstGeom prst="rect">
            <a:avLst/>
          </a:prstGeom>
          <a:noFill/>
          <a:ln/>
        </p:spPr>
        <p:txBody>
          <a:bodyPr wrap="square" lIns="0" tIns="0" rIns="0" bIns="0" rtlCol="0" anchor="ctr"/>
          <a:lstStyle/>
          <a:p>
            <a:pPr marL="0" indent="0" algn="l">
              <a:lnSpc>
                <a:spcPct val="130000"/>
              </a:lnSpc>
              <a:buNone/>
            </a:pPr>
            <a:r>
              <a:rPr lang="en-US" sz="1400" dirty="0">
                <a:solidFill>
                  <a:srgbClr val="FFFFFF"/>
                </a:solidFill>
                <a:latin typeface="Malgun Gothic" pitchFamily="34" charset="0"/>
                <a:ea typeface="Malgun Gothic" pitchFamily="34" charset="-122"/>
                <a:cs typeface="Malgun Gothic" pitchFamily="34" charset="-120"/>
              </a:rPr>
              <a:t>"다음 단계를 누가 정하는가"에 따른 구분. 출처: Anthropic, "Building effective agents"(2024.12)</a:t>
            </a:r>
            <a:endParaRPr lang="en-US" sz="1400" dirty="0"/>
          </a:p>
        </p:txBody>
      </p:sp>
      <p:sp>
        <p:nvSpPr>
          <p:cNvPr id="4" name="Shape 2"/>
          <p:cNvSpPr/>
          <p:nvPr/>
        </p:nvSpPr>
        <p:spPr>
          <a:xfrm>
            <a:off x="640080" y="1691640"/>
            <a:ext cx="5257800" cy="3154680"/>
          </a:xfrm>
          <a:prstGeom prst="roundRect">
            <a:avLst>
              <a:gd name="adj" fmla="val 2319"/>
            </a:avLst>
          </a:prstGeom>
          <a:solidFill>
            <a:srgbClr val="262626"/>
          </a:solidFill>
          <a:ln w="19050">
            <a:solidFill>
              <a:srgbClr val="FFD733"/>
            </a:solidFill>
            <a:prstDash val="solid"/>
          </a:ln>
        </p:spPr>
      </p:sp>
      <p:sp>
        <p:nvSpPr>
          <p:cNvPr id="5" name="Text 3"/>
          <p:cNvSpPr txBox="1"/>
          <p:nvPr/>
        </p:nvSpPr>
        <p:spPr>
          <a:xfrm>
            <a:off x="822960" y="1819656"/>
            <a:ext cx="4892040" cy="256032"/>
          </a:xfrm>
          <a:prstGeom prst="rect">
            <a:avLst/>
          </a:prstGeom>
          <a:noFill/>
          <a:ln/>
        </p:spPr>
        <p:txBody>
          <a:bodyPr wrap="square" lIns="0" tIns="0" rIns="0" bIns="0" rtlCol="0" anchor="ctr"/>
          <a:lstStyle/>
          <a:p>
            <a:pPr marL="0" indent="0" algn="l">
              <a:lnSpc>
                <a:spcPct val="130000"/>
              </a:lnSpc>
              <a:buNone/>
            </a:pPr>
            <a:r>
              <a:rPr lang="en-US" sz="1100" b="1" dirty="0">
                <a:solidFill>
                  <a:srgbClr val="FFD733"/>
                </a:solidFill>
                <a:latin typeface="Malgun Gothic" pitchFamily="34" charset="0"/>
                <a:ea typeface="Malgun Gothic" pitchFamily="34" charset="-122"/>
                <a:cs typeface="Malgun Gothic" pitchFamily="34" charset="-120"/>
              </a:rPr>
              <a:t>코드가 흐름을 정함</a:t>
            </a:r>
            <a:endParaRPr lang="en-US" sz="1100" dirty="0"/>
          </a:p>
        </p:txBody>
      </p:sp>
      <p:sp>
        <p:nvSpPr>
          <p:cNvPr id="6" name="Text 4"/>
          <p:cNvSpPr txBox="1"/>
          <p:nvPr/>
        </p:nvSpPr>
        <p:spPr>
          <a:xfrm>
            <a:off x="822960" y="2093976"/>
            <a:ext cx="4892040" cy="411480"/>
          </a:xfrm>
          <a:prstGeom prst="rect">
            <a:avLst/>
          </a:prstGeom>
          <a:noFill/>
          <a:ln/>
        </p:spPr>
        <p:txBody>
          <a:bodyPr wrap="square" lIns="0" tIns="0" rIns="0" bIns="0" rtlCol="0" anchor="ctr"/>
          <a:lstStyle/>
          <a:p>
            <a:pPr marL="0" indent="0" algn="l">
              <a:lnSpc>
                <a:spcPct val="130000"/>
              </a:lnSpc>
              <a:buNone/>
            </a:pPr>
            <a:r>
              <a:rPr lang="en-US" sz="1600" b="1" dirty="0">
                <a:solidFill>
                  <a:srgbClr val="FFD733"/>
                </a:solidFill>
                <a:latin typeface="Malgun Gothic" pitchFamily="34" charset="0"/>
                <a:ea typeface="Malgun Gothic" pitchFamily="34" charset="-122"/>
                <a:cs typeface="Malgun Gothic" pitchFamily="34" charset="-120"/>
              </a:rPr>
              <a:t>워크플로 (workflow)</a:t>
            </a:r>
            <a:endParaRPr lang="en-US" sz="1600" dirty="0"/>
          </a:p>
        </p:txBody>
      </p:sp>
      <p:sp>
        <p:nvSpPr>
          <p:cNvPr id="7" name="Text 5"/>
          <p:cNvSpPr txBox="1"/>
          <p:nvPr/>
        </p:nvSpPr>
        <p:spPr>
          <a:xfrm>
            <a:off x="822960" y="2578608"/>
            <a:ext cx="4892040" cy="2157984"/>
          </a:xfrm>
          <a:prstGeom prst="rect">
            <a:avLst/>
          </a:prstGeom>
          <a:noFill/>
          <a:ln/>
        </p:spPr>
        <p:txBody>
          <a:bodyPr wrap="square" lIns="0" tIns="0" rIns="0" bIns="0" rtlCol="0" anchor="t"/>
          <a:lstStyle/>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다음에 무엇을 실행할지 코드가 정함. LLM은 각 단계 안에서만 판단(질의를 어떻게 고칠지, 이 주장에 근거가 있는지)</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분기 조건과 반복 횟수가 코드에 적혀 있어 호출 수·시간·비용의 상한이 분명함</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단계별 입력과 출력을 로그로 남기기 쉬워 </a:t>
            </a:r>
            <a:r>
              <a:rPr lang="en-US" sz="1350" dirty="0" err="1">
                <a:solidFill>
                  <a:srgbClr val="FFFFFF"/>
                </a:solidFill>
                <a:latin typeface="Malgun Gothic" pitchFamily="34" charset="0"/>
                <a:ea typeface="Malgun Gothic" pitchFamily="34" charset="-122"/>
                <a:cs typeface="Malgun Gothic" pitchFamily="34" charset="-120"/>
              </a:rPr>
              <a:t>디버깅이</a:t>
            </a:r>
            <a:r>
              <a:rPr lang="en-US" sz="1350" dirty="0">
                <a:solidFill>
                  <a:srgbClr val="FFFFFF"/>
                </a:solidFill>
                <a:latin typeface="Malgun Gothic" pitchFamily="34" charset="0"/>
                <a:ea typeface="Malgun Gothic" pitchFamily="34" charset="-122"/>
                <a:cs typeface="Malgun Gothic" pitchFamily="34" charset="-120"/>
              </a:rPr>
              <a:t> </a:t>
            </a:r>
            <a:r>
              <a:rPr lang="en-US" sz="1350" dirty="0" err="1">
                <a:solidFill>
                  <a:srgbClr val="FFFFFF"/>
                </a:solidFill>
                <a:latin typeface="Malgun Gothic" pitchFamily="34" charset="0"/>
                <a:ea typeface="Malgun Gothic" pitchFamily="34" charset="-122"/>
                <a:cs typeface="Malgun Gothic" pitchFamily="34" charset="-120"/>
              </a:rPr>
              <a:t>쉬움</a:t>
            </a:r>
            <a:endParaRPr lang="en-US" sz="1350" dirty="0"/>
          </a:p>
        </p:txBody>
      </p:sp>
      <p:sp>
        <p:nvSpPr>
          <p:cNvPr id="8" name="Shape 6"/>
          <p:cNvSpPr/>
          <p:nvPr/>
        </p:nvSpPr>
        <p:spPr>
          <a:xfrm>
            <a:off x="6263640" y="1691640"/>
            <a:ext cx="5257800" cy="3154680"/>
          </a:xfrm>
          <a:prstGeom prst="roundRect">
            <a:avLst>
              <a:gd name="adj" fmla="val 2319"/>
            </a:avLst>
          </a:prstGeom>
          <a:solidFill>
            <a:srgbClr val="1D1D1D"/>
          </a:solidFill>
          <a:ln w="9525">
            <a:solidFill>
              <a:srgbClr val="3C3C3C"/>
            </a:solidFill>
            <a:prstDash val="solid"/>
          </a:ln>
        </p:spPr>
      </p:sp>
      <p:sp>
        <p:nvSpPr>
          <p:cNvPr id="9" name="Text 7"/>
          <p:cNvSpPr txBox="1"/>
          <p:nvPr/>
        </p:nvSpPr>
        <p:spPr>
          <a:xfrm>
            <a:off x="6446520" y="1819656"/>
            <a:ext cx="4892040" cy="256032"/>
          </a:xfrm>
          <a:prstGeom prst="rect">
            <a:avLst/>
          </a:prstGeom>
          <a:noFill/>
          <a:ln/>
        </p:spPr>
        <p:txBody>
          <a:bodyPr wrap="square" lIns="0" tIns="0" rIns="0" bIns="0" rtlCol="0" anchor="ctr"/>
          <a:lstStyle/>
          <a:p>
            <a:pPr marL="0" indent="0" algn="l">
              <a:lnSpc>
                <a:spcPct val="130000"/>
              </a:lnSpc>
              <a:buNone/>
            </a:pPr>
            <a:r>
              <a:rPr lang="en-US" sz="1100" b="1" dirty="0">
                <a:solidFill>
                  <a:srgbClr val="FFD733"/>
                </a:solidFill>
                <a:latin typeface="Malgun Gothic" pitchFamily="34" charset="0"/>
                <a:ea typeface="Malgun Gothic" pitchFamily="34" charset="-122"/>
                <a:cs typeface="Malgun Gothic" pitchFamily="34" charset="-120"/>
              </a:rPr>
              <a:t>모델이 흐름을 정함</a:t>
            </a:r>
            <a:endParaRPr lang="en-US" sz="1100" dirty="0"/>
          </a:p>
        </p:txBody>
      </p:sp>
      <p:sp>
        <p:nvSpPr>
          <p:cNvPr id="10" name="Text 8"/>
          <p:cNvSpPr txBox="1"/>
          <p:nvPr/>
        </p:nvSpPr>
        <p:spPr>
          <a:xfrm>
            <a:off x="6446520" y="2093976"/>
            <a:ext cx="4892040" cy="411480"/>
          </a:xfrm>
          <a:prstGeom prst="rect">
            <a:avLst/>
          </a:prstGeom>
          <a:noFill/>
          <a:ln/>
        </p:spPr>
        <p:txBody>
          <a:bodyPr wrap="square" lIns="0" tIns="0" rIns="0" bIns="0" rtlCol="0" anchor="ctr"/>
          <a:lstStyle/>
          <a:p>
            <a:pPr marL="0" indent="0" algn="l">
              <a:lnSpc>
                <a:spcPct val="130000"/>
              </a:lnSpc>
              <a:buNone/>
            </a:pPr>
            <a:r>
              <a:rPr lang="en-US" sz="1600" b="1" dirty="0">
                <a:solidFill>
                  <a:srgbClr val="FFFFFF"/>
                </a:solidFill>
                <a:latin typeface="Malgun Gothic" pitchFamily="34" charset="0"/>
                <a:ea typeface="Malgun Gothic" pitchFamily="34" charset="-122"/>
                <a:cs typeface="Malgun Gothic" pitchFamily="34" charset="-120"/>
              </a:rPr>
              <a:t>에이전트 (agent)</a:t>
            </a:r>
            <a:endParaRPr lang="en-US" sz="1600" dirty="0"/>
          </a:p>
        </p:txBody>
      </p:sp>
      <p:sp>
        <p:nvSpPr>
          <p:cNvPr id="11" name="Text 9"/>
          <p:cNvSpPr txBox="1"/>
          <p:nvPr/>
        </p:nvSpPr>
        <p:spPr>
          <a:xfrm>
            <a:off x="6446520" y="2578608"/>
            <a:ext cx="4892040" cy="2157984"/>
          </a:xfrm>
          <a:prstGeom prst="rect">
            <a:avLst/>
          </a:prstGeom>
          <a:noFill/>
          <a:ln/>
        </p:spPr>
        <p:txBody>
          <a:bodyPr wrap="square" lIns="0" tIns="0" rIns="0" bIns="0" rtlCol="0" anchor="t"/>
          <a:lstStyle/>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다음에 어떤 도구를 어떤 입력으로 호출할지 LLM이 정함. 이 방식을 도구 호출(tool calling)¹이라고 함</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검색어, 검색 횟수, 종료 시점이 질문마다 달라짐. 예상하지 못한 유형의 질문에도 대응 가능</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호출 수가 일정하지 않아 비용 예측이 어렵고, 반복 상한을 따로 </a:t>
            </a:r>
            <a:r>
              <a:rPr lang="en-US" sz="1350" dirty="0" err="1">
                <a:solidFill>
                  <a:srgbClr val="FFFFFF"/>
                </a:solidFill>
                <a:latin typeface="Malgun Gothic" pitchFamily="34" charset="0"/>
                <a:ea typeface="Malgun Gothic" pitchFamily="34" charset="-122"/>
                <a:cs typeface="Malgun Gothic" pitchFamily="34" charset="-120"/>
              </a:rPr>
              <a:t>둬야</a:t>
            </a:r>
            <a:r>
              <a:rPr lang="en-US" sz="1350" dirty="0">
                <a:solidFill>
                  <a:srgbClr val="FFFFFF"/>
                </a:solidFill>
                <a:latin typeface="Malgun Gothic" pitchFamily="34" charset="0"/>
                <a:ea typeface="Malgun Gothic" pitchFamily="34" charset="-122"/>
                <a:cs typeface="Malgun Gothic" pitchFamily="34" charset="-120"/>
              </a:rPr>
              <a:t> 함</a:t>
            </a:r>
            <a:endParaRPr lang="en-US" sz="1350" dirty="0"/>
          </a:p>
        </p:txBody>
      </p:sp>
      <p:sp>
        <p:nvSpPr>
          <p:cNvPr id="12" name="Shape 10"/>
          <p:cNvSpPr/>
          <p:nvPr/>
        </p:nvSpPr>
        <p:spPr>
          <a:xfrm>
            <a:off x="640080" y="4983480"/>
            <a:ext cx="10881360" cy="868680"/>
          </a:xfrm>
          <a:prstGeom prst="roundRect">
            <a:avLst>
              <a:gd name="adj" fmla="val 8421"/>
            </a:avLst>
          </a:prstGeom>
          <a:solidFill>
            <a:srgbClr val="262626"/>
          </a:solidFill>
          <a:ln w="19050">
            <a:solidFill>
              <a:srgbClr val="FFD733"/>
            </a:solidFill>
            <a:prstDash val="solid"/>
          </a:ln>
        </p:spPr>
      </p:sp>
      <p:sp>
        <p:nvSpPr>
          <p:cNvPr id="13" name="Text 11"/>
          <p:cNvSpPr txBox="1"/>
          <p:nvPr/>
        </p:nvSpPr>
        <p:spPr>
          <a:xfrm>
            <a:off x="868680" y="5056632"/>
            <a:ext cx="10424160" cy="722376"/>
          </a:xfrm>
          <a:prstGeom prst="rect">
            <a:avLst/>
          </a:prstGeom>
          <a:noFill/>
          <a:ln/>
        </p:spPr>
        <p:txBody>
          <a:bodyPr wrap="square" lIns="0" tIns="0" rIns="0" bIns="0" rtlCol="0" anchor="ctr"/>
          <a:lstStyle/>
          <a:p>
            <a:pPr marL="0" indent="0" algn="l">
              <a:lnSpc>
                <a:spcPct val="135000"/>
              </a:lnSpc>
              <a:buNone/>
            </a:pPr>
            <a:r>
              <a:rPr lang="en-US" sz="1350" b="1" dirty="0">
                <a:solidFill>
                  <a:srgbClr val="FFD733"/>
                </a:solidFill>
                <a:latin typeface="Malgun Gothic" pitchFamily="34" charset="0"/>
                <a:ea typeface="Malgun Gothic" pitchFamily="34" charset="-122"/>
                <a:cs typeface="Malgun Gothic" pitchFamily="34" charset="-120"/>
              </a:rPr>
              <a:t>두 형태 모두 현업에서 에이전틱 RAG로 불림. </a:t>
            </a:r>
            <a:r>
              <a:rPr lang="en-US" sz="1350" dirty="0">
                <a:solidFill>
                  <a:srgbClr val="FFFFFF"/>
                </a:solidFill>
                <a:latin typeface="Malgun Gothic" pitchFamily="34" charset="0"/>
                <a:ea typeface="Malgun Gothic" pitchFamily="34" charset="-122"/>
                <a:cs typeface="Malgun Gothic" pitchFamily="34" charset="-120"/>
              </a:rPr>
              <a:t>구성 요소는 같고 흐름을 정하는 주체만 다름. </a:t>
            </a:r>
            <a:r>
              <a:rPr lang="en-US" sz="1350" dirty="0" err="1">
                <a:solidFill>
                  <a:srgbClr val="FFFFFF"/>
                </a:solidFill>
                <a:latin typeface="Malgun Gothic" pitchFamily="34" charset="0"/>
                <a:ea typeface="Malgun Gothic" pitchFamily="34" charset="-122"/>
                <a:cs typeface="Malgun Gothic" pitchFamily="34" charset="-120"/>
              </a:rPr>
              <a:t>가장</a:t>
            </a:r>
            <a:r>
              <a:rPr lang="en-US" sz="1350" dirty="0">
                <a:solidFill>
                  <a:srgbClr val="FFFFFF"/>
                </a:solidFill>
                <a:latin typeface="Malgun Gothic" pitchFamily="34" charset="0"/>
                <a:ea typeface="Malgun Gothic" pitchFamily="34" charset="-122"/>
                <a:cs typeface="Malgun Gothic" pitchFamily="34" charset="-120"/>
              </a:rPr>
              <a:t> 단순한 구성에서 시작하고, 필요가 확인될 때만 복잡도를 올리라고 권고함</a:t>
            </a:r>
            <a:endParaRPr lang="en-US" sz="1350" dirty="0"/>
          </a:p>
        </p:txBody>
      </p:sp>
      <p:sp>
        <p:nvSpPr>
          <p:cNvPr id="14" name="Shape 12"/>
          <p:cNvSpPr/>
          <p:nvPr/>
        </p:nvSpPr>
        <p:spPr>
          <a:xfrm>
            <a:off x="640080" y="6035040"/>
            <a:ext cx="10881360" cy="0"/>
          </a:xfrm>
          <a:prstGeom prst="line">
            <a:avLst/>
          </a:prstGeom>
          <a:noFill/>
          <a:ln w="9525">
            <a:solidFill>
              <a:srgbClr val="8A7A2A"/>
            </a:solidFill>
            <a:prstDash val="solid"/>
          </a:ln>
        </p:spPr>
      </p:sp>
      <p:sp>
        <p:nvSpPr>
          <p:cNvPr id="15" name="Text 13"/>
          <p:cNvSpPr txBox="1"/>
          <p:nvPr/>
        </p:nvSpPr>
        <p:spPr>
          <a:xfrm>
            <a:off x="640080" y="6099048"/>
            <a:ext cx="10881360" cy="685800"/>
          </a:xfrm>
          <a:prstGeom prst="rect">
            <a:avLst/>
          </a:prstGeom>
          <a:noFill/>
          <a:ln/>
        </p:spPr>
        <p:txBody>
          <a:bodyPr wrap="square" lIns="0" tIns="0" rIns="0" bIns="0" rtlCol="0" anchor="t"/>
          <a:lstStyle/>
          <a:p>
            <a:pPr marL="0" indent="0" algn="l">
              <a:lnSpc>
                <a:spcPct val="130000"/>
              </a:lnSpc>
              <a:buNone/>
            </a:pPr>
            <a:r>
              <a:rPr lang="en-US" sz="1050" b="1" dirty="0">
                <a:solidFill>
                  <a:srgbClr val="FFD733"/>
                </a:solidFill>
                <a:latin typeface="Malgun Gothic" pitchFamily="34" charset="0"/>
                <a:ea typeface="Malgun Gothic" pitchFamily="34" charset="-122"/>
                <a:cs typeface="Malgun Gothic" pitchFamily="34" charset="-120"/>
              </a:rPr>
              <a:t>¹ 도구 호출(tool calling)  </a:t>
            </a:r>
            <a:r>
              <a:rPr lang="en-US" sz="1050" dirty="0">
                <a:solidFill>
                  <a:srgbClr val="FFFFFF"/>
                </a:solidFill>
                <a:latin typeface="Malgun Gothic" pitchFamily="34" charset="0"/>
                <a:ea typeface="Malgun Gothic" pitchFamily="34" charset="-122"/>
                <a:cs typeface="Malgun Gothic" pitchFamily="34" charset="-120"/>
              </a:rPr>
              <a:t>LLM에 사용할 수 있는 함수 목록을 알려 주면, LLM이 "이 함수를 이 인자로 실행해 달라"는 요청을 출력하고 프로그램이 대신 실행해 결과를 돌려주는 방식. function calling이라고도 부름</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8">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구성 요소 ① — </a:t>
            </a:r>
            <a:r>
              <a:rPr lang="en-US" sz="2800" b="1" dirty="0" err="1">
                <a:solidFill>
                  <a:srgbClr val="FFFFFF"/>
                </a:solidFill>
                <a:latin typeface="Malgun Gothic" pitchFamily="34" charset="0"/>
                <a:ea typeface="Malgun Gothic" pitchFamily="34" charset="-122"/>
                <a:cs typeface="Malgun Gothic" pitchFamily="34" charset="-120"/>
              </a:rPr>
              <a:t>질의</a:t>
            </a:r>
            <a:r>
              <a:rPr lang="en-US" sz="2800" b="1" dirty="0">
                <a:solidFill>
                  <a:srgbClr val="FFFFFF"/>
                </a:solidFill>
                <a:latin typeface="Malgun Gothic" pitchFamily="34" charset="0"/>
                <a:ea typeface="Malgun Gothic" pitchFamily="34" charset="-122"/>
                <a:cs typeface="Malgun Gothic" pitchFamily="34" charset="-120"/>
              </a:rPr>
              <a:t> </a:t>
            </a:r>
            <a:r>
              <a:rPr lang="en-US" sz="2800" b="1" dirty="0" err="1">
                <a:solidFill>
                  <a:srgbClr val="FFFFFF"/>
                </a:solidFill>
                <a:latin typeface="Malgun Gothic" pitchFamily="34" charset="0"/>
                <a:ea typeface="Malgun Gothic" pitchFamily="34" charset="-122"/>
                <a:cs typeface="Malgun Gothic" pitchFamily="34" charset="-120"/>
              </a:rPr>
              <a:t>재작성</a:t>
            </a:r>
            <a:endParaRPr lang="en-US" sz="2800" dirty="0"/>
          </a:p>
        </p:txBody>
      </p:sp>
      <p:sp>
        <p:nvSpPr>
          <p:cNvPr id="3" name="Text 1"/>
          <p:cNvSpPr txBox="1"/>
          <p:nvPr/>
        </p:nvSpPr>
        <p:spPr>
          <a:xfrm>
            <a:off x="640080" y="1170432"/>
            <a:ext cx="10881360" cy="329184"/>
          </a:xfrm>
          <a:prstGeom prst="rect">
            <a:avLst/>
          </a:prstGeom>
          <a:noFill/>
          <a:ln/>
        </p:spPr>
        <p:txBody>
          <a:bodyPr wrap="square" lIns="0" tIns="0" rIns="0" bIns="0" rtlCol="0" anchor="ctr"/>
          <a:lstStyle/>
          <a:p>
            <a:pPr marL="0" indent="0" algn="l">
              <a:lnSpc>
                <a:spcPct val="130000"/>
              </a:lnSpc>
              <a:buNone/>
            </a:pPr>
            <a:r>
              <a:rPr lang="en-US" sz="1400" dirty="0">
                <a:solidFill>
                  <a:srgbClr val="FFFFFF"/>
                </a:solidFill>
                <a:latin typeface="Malgun Gothic" pitchFamily="34" charset="0"/>
                <a:ea typeface="Malgun Gothic" pitchFamily="34" charset="-122"/>
                <a:cs typeface="Malgun Gothic" pitchFamily="34" charset="-120"/>
              </a:rPr>
              <a:t>검색 전에 LLM이 질문을 검색에 적합한 질의 여러 개로 바꾸는 단계. </a:t>
            </a:r>
            <a:r>
              <a:rPr lang="ko-KR" altLang="en-US" sz="1400" dirty="0">
                <a:solidFill>
                  <a:srgbClr val="FFFFFF"/>
                </a:solidFill>
                <a:latin typeface="Malgun Gothic" pitchFamily="34" charset="0"/>
                <a:ea typeface="Malgun Gothic" pitchFamily="34" charset="-122"/>
                <a:cs typeface="Malgun Gothic" pitchFamily="34" charset="-120"/>
              </a:rPr>
              <a:t>아래 예시는 </a:t>
            </a:r>
            <a:r>
              <a:rPr lang="en-US" sz="1400" dirty="0">
                <a:solidFill>
                  <a:srgbClr val="FFFFFF"/>
                </a:solidFill>
                <a:latin typeface="Malgun Gothic" pitchFamily="34" charset="0"/>
                <a:ea typeface="Malgun Gothic" pitchFamily="34" charset="-122"/>
                <a:cs typeface="Malgun Gothic" pitchFamily="34" charset="-120"/>
              </a:rPr>
              <a:t>세 가지 동작을 한 번의 LLM 호출로 처리</a:t>
            </a:r>
            <a:endParaRPr lang="en-US" sz="1400" dirty="0"/>
          </a:p>
        </p:txBody>
      </p:sp>
      <p:sp>
        <p:nvSpPr>
          <p:cNvPr id="4" name="Shape 2"/>
          <p:cNvSpPr/>
          <p:nvPr/>
        </p:nvSpPr>
        <p:spPr>
          <a:xfrm>
            <a:off x="640080" y="2404533"/>
            <a:ext cx="2743200" cy="1371600"/>
          </a:xfrm>
          <a:prstGeom prst="roundRect">
            <a:avLst>
              <a:gd name="adj" fmla="val 5333"/>
            </a:avLst>
          </a:prstGeom>
          <a:solidFill>
            <a:srgbClr val="1D1D1D"/>
          </a:solidFill>
          <a:ln w="9525">
            <a:solidFill>
              <a:srgbClr val="3C3C3C"/>
            </a:solidFill>
            <a:prstDash val="solid"/>
          </a:ln>
        </p:spPr>
      </p:sp>
      <p:sp>
        <p:nvSpPr>
          <p:cNvPr id="5" name="Text 3"/>
          <p:cNvSpPr txBox="1"/>
          <p:nvPr/>
        </p:nvSpPr>
        <p:spPr>
          <a:xfrm>
            <a:off x="713232" y="2514261"/>
            <a:ext cx="2596896" cy="576072"/>
          </a:xfrm>
          <a:prstGeom prst="rect">
            <a:avLst/>
          </a:prstGeom>
          <a:noFill/>
          <a:ln/>
        </p:spPr>
        <p:txBody>
          <a:bodyPr wrap="square" lIns="0" tIns="0" rIns="0" bIns="0" rtlCol="0" anchor="ctr"/>
          <a:lstStyle/>
          <a:p>
            <a:pPr marL="0" indent="0" algn="ctr">
              <a:lnSpc>
                <a:spcPct val="130000"/>
              </a:lnSpc>
              <a:buNone/>
            </a:pPr>
            <a:r>
              <a:rPr lang="en-US" sz="1400" b="1" dirty="0">
                <a:solidFill>
                  <a:srgbClr val="FFFFFF"/>
                </a:solidFill>
                <a:latin typeface="Malgun Gothic" pitchFamily="34" charset="0"/>
                <a:ea typeface="Malgun Gothic" pitchFamily="34" charset="-122"/>
                <a:cs typeface="Malgun Gothic" pitchFamily="34" charset="-120"/>
              </a:rPr>
              <a:t>사용자 질문</a:t>
            </a:r>
            <a:endParaRPr lang="en-US" sz="1400" dirty="0"/>
          </a:p>
        </p:txBody>
      </p:sp>
      <p:sp>
        <p:nvSpPr>
          <p:cNvPr id="6" name="Text 4"/>
          <p:cNvSpPr txBox="1"/>
          <p:nvPr/>
        </p:nvSpPr>
        <p:spPr>
          <a:xfrm>
            <a:off x="713232" y="3090333"/>
            <a:ext cx="2596896" cy="576072"/>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"A 논문이 개선했다는 기존 방법은 누가 제안했나?"</a:t>
            </a:r>
            <a:endParaRPr lang="en-US" sz="1200" dirty="0"/>
          </a:p>
        </p:txBody>
      </p:sp>
      <p:sp>
        <p:nvSpPr>
          <p:cNvPr id="7" name="Shape 5"/>
          <p:cNvSpPr/>
          <p:nvPr/>
        </p:nvSpPr>
        <p:spPr>
          <a:xfrm>
            <a:off x="3429000" y="3090333"/>
            <a:ext cx="731520" cy="0"/>
          </a:xfrm>
          <a:prstGeom prst="line">
            <a:avLst/>
          </a:prstGeom>
          <a:noFill/>
          <a:ln w="22225">
            <a:solidFill>
              <a:srgbClr val="FFD733"/>
            </a:solidFill>
            <a:prstDash val="solid"/>
            <a:tailEnd type="triangle"/>
          </a:ln>
        </p:spPr>
      </p:sp>
      <p:sp>
        <p:nvSpPr>
          <p:cNvPr id="8" name="Shape 6"/>
          <p:cNvSpPr/>
          <p:nvPr/>
        </p:nvSpPr>
        <p:spPr>
          <a:xfrm>
            <a:off x="4206240" y="2541693"/>
            <a:ext cx="1737360" cy="1097280"/>
          </a:xfrm>
          <a:prstGeom prst="roundRect">
            <a:avLst>
              <a:gd name="adj" fmla="val 6667"/>
            </a:avLst>
          </a:prstGeom>
          <a:solidFill>
            <a:srgbClr val="262626"/>
          </a:solidFill>
          <a:ln w="19050">
            <a:solidFill>
              <a:srgbClr val="FFD733"/>
            </a:solidFill>
            <a:prstDash val="solid"/>
          </a:ln>
        </p:spPr>
      </p:sp>
      <p:sp>
        <p:nvSpPr>
          <p:cNvPr id="9" name="Text 7"/>
          <p:cNvSpPr txBox="1"/>
          <p:nvPr/>
        </p:nvSpPr>
        <p:spPr>
          <a:xfrm>
            <a:off x="4279392" y="2651421"/>
            <a:ext cx="1591056" cy="460858"/>
          </a:xfrm>
          <a:prstGeom prst="rect">
            <a:avLst/>
          </a:prstGeom>
          <a:noFill/>
          <a:ln/>
        </p:spPr>
        <p:txBody>
          <a:bodyPr wrap="square" lIns="0" tIns="0" rIns="0" bIns="0" rtlCol="0" anchor="ctr"/>
          <a:lstStyle/>
          <a:p>
            <a:pPr marL="0" indent="0" algn="ctr">
              <a:lnSpc>
                <a:spcPct val="130000"/>
              </a:lnSpc>
              <a:buNone/>
            </a:pPr>
            <a:r>
              <a:rPr lang="en-US" sz="1500" b="1" dirty="0">
                <a:solidFill>
                  <a:srgbClr val="FFFFFF"/>
                </a:solidFill>
                <a:latin typeface="Malgun Gothic" pitchFamily="34" charset="0"/>
                <a:ea typeface="Malgun Gothic" pitchFamily="34" charset="-122"/>
                <a:cs typeface="Malgun Gothic" pitchFamily="34" charset="-120"/>
              </a:rPr>
              <a:t>LLM</a:t>
            </a:r>
            <a:endParaRPr lang="en-US" sz="1500" dirty="0"/>
          </a:p>
        </p:txBody>
      </p:sp>
      <p:sp>
        <p:nvSpPr>
          <p:cNvPr id="10" name="Text 8"/>
          <p:cNvSpPr txBox="1"/>
          <p:nvPr/>
        </p:nvSpPr>
        <p:spPr>
          <a:xfrm>
            <a:off x="4279392" y="3090333"/>
            <a:ext cx="1591056" cy="460858"/>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claude -p 1회</a:t>
            </a:r>
            <a:endParaRPr lang="en-US" sz="1200" dirty="0"/>
          </a:p>
        </p:txBody>
      </p:sp>
      <p:sp>
        <p:nvSpPr>
          <p:cNvPr id="11" name="Shape 9"/>
          <p:cNvSpPr/>
          <p:nvPr/>
        </p:nvSpPr>
        <p:spPr>
          <a:xfrm>
            <a:off x="6766560" y="2084493"/>
            <a:ext cx="4754880" cy="566928"/>
          </a:xfrm>
          <a:prstGeom prst="roundRect">
            <a:avLst>
              <a:gd name="adj" fmla="val 12903"/>
            </a:avLst>
          </a:prstGeom>
          <a:solidFill>
            <a:srgbClr val="1D1D1D"/>
          </a:solidFill>
          <a:ln w="9525">
            <a:solidFill>
              <a:srgbClr val="3C3C3C"/>
            </a:solidFill>
            <a:prstDash val="solid"/>
          </a:ln>
        </p:spPr>
      </p:sp>
      <p:sp>
        <p:nvSpPr>
          <p:cNvPr id="12" name="Text 10"/>
          <p:cNvSpPr txBox="1"/>
          <p:nvPr/>
        </p:nvSpPr>
        <p:spPr>
          <a:xfrm>
            <a:off x="6839712" y="2084493"/>
            <a:ext cx="4608576" cy="566928"/>
          </a:xfrm>
          <a:prstGeom prst="rect">
            <a:avLst/>
          </a:prstGeom>
          <a:noFill/>
          <a:ln/>
        </p:spPr>
        <p:txBody>
          <a:bodyPr wrap="square" lIns="0" tIns="0" rIns="0" bIns="0" rtlCol="0" anchor="ctr"/>
          <a:lstStyle/>
          <a:p>
            <a:pPr marL="0" indent="0" algn="ctr">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"A 논문이 개선 대상으로 삼은 기존 방법"</a:t>
            </a:r>
            <a:endParaRPr lang="en-US" sz="1250" dirty="0"/>
          </a:p>
        </p:txBody>
      </p:sp>
      <p:sp>
        <p:nvSpPr>
          <p:cNvPr id="13" name="Shape 11"/>
          <p:cNvSpPr/>
          <p:nvPr/>
        </p:nvSpPr>
        <p:spPr>
          <a:xfrm flipV="1">
            <a:off x="5989320" y="2367957"/>
            <a:ext cx="731520" cy="722376"/>
          </a:xfrm>
          <a:prstGeom prst="line">
            <a:avLst/>
          </a:prstGeom>
          <a:noFill/>
          <a:ln w="22225">
            <a:solidFill>
              <a:srgbClr val="FFD733"/>
            </a:solidFill>
            <a:prstDash val="solid"/>
            <a:tailEnd type="triangle"/>
          </a:ln>
        </p:spPr>
      </p:sp>
      <p:sp>
        <p:nvSpPr>
          <p:cNvPr id="14" name="Shape 12"/>
          <p:cNvSpPr/>
          <p:nvPr/>
        </p:nvSpPr>
        <p:spPr>
          <a:xfrm>
            <a:off x="6766560" y="2797725"/>
            <a:ext cx="4754880" cy="566928"/>
          </a:xfrm>
          <a:prstGeom prst="roundRect">
            <a:avLst>
              <a:gd name="adj" fmla="val 12903"/>
            </a:avLst>
          </a:prstGeom>
          <a:solidFill>
            <a:srgbClr val="1D1D1D"/>
          </a:solidFill>
          <a:ln w="9525">
            <a:solidFill>
              <a:srgbClr val="3C3C3C"/>
            </a:solidFill>
            <a:prstDash val="solid"/>
          </a:ln>
        </p:spPr>
      </p:sp>
      <p:sp>
        <p:nvSpPr>
          <p:cNvPr id="15" name="Text 13"/>
          <p:cNvSpPr txBox="1"/>
          <p:nvPr/>
        </p:nvSpPr>
        <p:spPr>
          <a:xfrm>
            <a:off x="6839712" y="2797725"/>
            <a:ext cx="4608576" cy="566928"/>
          </a:xfrm>
          <a:prstGeom prst="rect">
            <a:avLst/>
          </a:prstGeom>
          <a:noFill/>
          <a:ln/>
        </p:spPr>
        <p:txBody>
          <a:bodyPr wrap="square" lIns="0" tIns="0" rIns="0" bIns="0" rtlCol="0" anchor="ctr"/>
          <a:lstStyle/>
          <a:p>
            <a:pPr marL="0" indent="0" algn="ctr">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"baseline method that paper A improves on"</a:t>
            </a:r>
            <a:endParaRPr lang="en-US" sz="1250" dirty="0"/>
          </a:p>
        </p:txBody>
      </p:sp>
      <p:sp>
        <p:nvSpPr>
          <p:cNvPr id="16" name="Shape 14"/>
          <p:cNvSpPr/>
          <p:nvPr/>
        </p:nvSpPr>
        <p:spPr>
          <a:xfrm flipV="1">
            <a:off x="5989320" y="3081189"/>
            <a:ext cx="731520" cy="9144"/>
          </a:xfrm>
          <a:prstGeom prst="line">
            <a:avLst/>
          </a:prstGeom>
          <a:noFill/>
          <a:ln w="22225">
            <a:solidFill>
              <a:srgbClr val="FFD733"/>
            </a:solidFill>
            <a:prstDash val="solid"/>
            <a:tailEnd type="triangle"/>
          </a:ln>
        </p:spPr>
      </p:sp>
      <p:sp>
        <p:nvSpPr>
          <p:cNvPr id="17" name="Shape 15"/>
          <p:cNvSpPr/>
          <p:nvPr/>
        </p:nvSpPr>
        <p:spPr>
          <a:xfrm>
            <a:off x="6766560" y="3510957"/>
            <a:ext cx="4754880" cy="566928"/>
          </a:xfrm>
          <a:prstGeom prst="roundRect">
            <a:avLst>
              <a:gd name="adj" fmla="val 12903"/>
            </a:avLst>
          </a:prstGeom>
          <a:solidFill>
            <a:srgbClr val="1D1D1D"/>
          </a:solidFill>
          <a:ln w="9525">
            <a:solidFill>
              <a:srgbClr val="3C3C3C"/>
            </a:solidFill>
            <a:prstDash val="solid"/>
          </a:ln>
        </p:spPr>
      </p:sp>
      <p:sp>
        <p:nvSpPr>
          <p:cNvPr id="18" name="Text 16"/>
          <p:cNvSpPr txBox="1"/>
          <p:nvPr/>
        </p:nvSpPr>
        <p:spPr>
          <a:xfrm>
            <a:off x="6839712" y="3510957"/>
            <a:ext cx="4608576" cy="566928"/>
          </a:xfrm>
          <a:prstGeom prst="rect">
            <a:avLst/>
          </a:prstGeom>
          <a:noFill/>
          <a:ln/>
        </p:spPr>
        <p:txBody>
          <a:bodyPr wrap="square" lIns="0" tIns="0" rIns="0" bIns="0" rtlCol="0" anchor="ctr"/>
          <a:lstStyle/>
          <a:p>
            <a:pPr marL="0" indent="0" algn="ctr">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"paper A comparison with prior work"</a:t>
            </a:r>
            <a:endParaRPr lang="en-US" sz="1250" dirty="0"/>
          </a:p>
        </p:txBody>
      </p:sp>
      <p:sp>
        <p:nvSpPr>
          <p:cNvPr id="19" name="Shape 17"/>
          <p:cNvSpPr/>
          <p:nvPr/>
        </p:nvSpPr>
        <p:spPr>
          <a:xfrm>
            <a:off x="5989320" y="3090333"/>
            <a:ext cx="731520" cy="704088"/>
          </a:xfrm>
          <a:prstGeom prst="line">
            <a:avLst/>
          </a:prstGeom>
          <a:noFill/>
          <a:ln w="22225">
            <a:solidFill>
              <a:srgbClr val="FFD733"/>
            </a:solidFill>
            <a:prstDash val="solid"/>
            <a:tailEnd type="triangle"/>
          </a:ln>
        </p:spPr>
      </p:sp>
      <p:sp>
        <p:nvSpPr>
          <p:cNvPr id="20" name="Text 18"/>
          <p:cNvSpPr txBox="1"/>
          <p:nvPr/>
        </p:nvSpPr>
        <p:spPr>
          <a:xfrm>
            <a:off x="6766560" y="4233333"/>
            <a:ext cx="4754880" cy="274320"/>
          </a:xfrm>
          <a:prstGeom prst="rect">
            <a:avLst/>
          </a:prstGeom>
          <a:noFill/>
          <a:ln/>
        </p:spPr>
        <p:txBody>
          <a:bodyPr wrap="square" lIns="0" tIns="0" rIns="0" bIns="0" rtlCol="0" anchor="ctr"/>
          <a:lstStyle/>
          <a:p>
            <a:pPr marL="0" indent="0" algn="ctr">
              <a:lnSpc>
                <a:spcPct val="130000"/>
              </a:lnSpc>
              <a:buNone/>
            </a:pPr>
            <a:r>
              <a:rPr lang="en-US" sz="1200" b="1" dirty="0">
                <a:solidFill>
                  <a:srgbClr val="FFD733"/>
                </a:solidFill>
                <a:latin typeface="Malgun Gothic" pitchFamily="34" charset="0"/>
                <a:ea typeface="Malgun Gothic" pitchFamily="34" charset="-122"/>
                <a:cs typeface="Malgun Gothic" pitchFamily="34" charset="-120"/>
              </a:rPr>
              <a:t>하위 질의(sub-query) 1~3개</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9">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구성 요소 ② — 멀티홉 검색: 병렬 분해와 순차 검색</a:t>
            </a:r>
            <a:endParaRPr lang="en-US" sz="2800" dirty="0"/>
          </a:p>
        </p:txBody>
      </p:sp>
      <p:sp>
        <p:nvSpPr>
          <p:cNvPr id="3" name="Text 1"/>
          <p:cNvSpPr txBox="1"/>
          <p:nvPr/>
        </p:nvSpPr>
        <p:spPr>
          <a:xfrm>
            <a:off x="640080" y="1170432"/>
            <a:ext cx="10881360" cy="329184"/>
          </a:xfrm>
          <a:prstGeom prst="rect">
            <a:avLst/>
          </a:prstGeom>
          <a:noFill/>
          <a:ln/>
        </p:spPr>
        <p:txBody>
          <a:bodyPr wrap="square" lIns="0" tIns="0" rIns="0" bIns="0" rtlCol="0" anchor="ctr"/>
          <a:lstStyle/>
          <a:p>
            <a:pPr marL="0" indent="0" algn="l">
              <a:lnSpc>
                <a:spcPct val="130000"/>
              </a:lnSpc>
              <a:buNone/>
            </a:pPr>
            <a:r>
              <a:rPr lang="en-US" sz="1400" dirty="0">
                <a:solidFill>
                  <a:srgbClr val="FFFFFF"/>
                </a:solidFill>
                <a:latin typeface="Malgun Gothic" pitchFamily="34" charset="0"/>
                <a:ea typeface="Malgun Gothic" pitchFamily="34" charset="-122"/>
                <a:cs typeface="Malgun Gothic" pitchFamily="34" charset="-120"/>
              </a:rPr>
              <a:t>근거가 여러 문서에 나뉜 </a:t>
            </a:r>
            <a:r>
              <a:rPr lang="en-US" sz="1400" dirty="0" err="1">
                <a:solidFill>
                  <a:srgbClr val="FFFFFF"/>
                </a:solidFill>
                <a:latin typeface="Malgun Gothic" pitchFamily="34" charset="0"/>
                <a:ea typeface="Malgun Gothic" pitchFamily="34" charset="-122"/>
                <a:cs typeface="Malgun Gothic" pitchFamily="34" charset="-120"/>
              </a:rPr>
              <a:t>질문을</a:t>
            </a:r>
            <a:r>
              <a:rPr lang="en-US" sz="1400" dirty="0">
                <a:solidFill>
                  <a:srgbClr val="FFFFFF"/>
                </a:solidFill>
                <a:latin typeface="Malgun Gothic" pitchFamily="34" charset="0"/>
                <a:ea typeface="Malgun Gothic" pitchFamily="34" charset="-122"/>
                <a:cs typeface="Malgun Gothic" pitchFamily="34" charset="-120"/>
              </a:rPr>
              <a:t> </a:t>
            </a:r>
            <a:r>
              <a:rPr lang="ko-KR" altLang="en-US" sz="1400" dirty="0">
                <a:solidFill>
                  <a:srgbClr val="FFFFFF"/>
                </a:solidFill>
                <a:latin typeface="Malgun Gothic" pitchFamily="34" charset="0"/>
                <a:ea typeface="Malgun Gothic" pitchFamily="34" charset="-122"/>
                <a:cs typeface="Malgun Gothic" pitchFamily="34" charset="-120"/>
              </a:rPr>
              <a:t>풀기 위해 여러 스텝에 걸쳐 근거를 찾아야 하는 경우</a:t>
            </a:r>
            <a:r>
              <a:rPr lang="en-US" altLang="ko-KR" sz="1400" dirty="0">
                <a:solidFill>
                  <a:srgbClr val="FFFFFF"/>
                </a:solidFill>
                <a:latin typeface="Malgun Gothic" pitchFamily="34" charset="0"/>
                <a:ea typeface="Malgun Gothic" pitchFamily="34" charset="-122"/>
                <a:cs typeface="Malgun Gothic" pitchFamily="34" charset="-120"/>
              </a:rPr>
              <a:t>, </a:t>
            </a:r>
            <a:r>
              <a:rPr lang="ko-KR" altLang="en-US" sz="1400" dirty="0">
                <a:solidFill>
                  <a:srgbClr val="FFFFFF"/>
                </a:solidFill>
                <a:latin typeface="Malgun Gothic" pitchFamily="34" charset="0"/>
                <a:ea typeface="Malgun Gothic" pitchFamily="34" charset="-122"/>
                <a:cs typeface="Malgun Gothic" pitchFamily="34" charset="-120"/>
              </a:rPr>
              <a:t>필요에 따라</a:t>
            </a:r>
            <a:r>
              <a:rPr lang="en-US" altLang="ko-KR" sz="1400" dirty="0">
                <a:solidFill>
                  <a:srgbClr val="FFFFFF"/>
                </a:solidFill>
                <a:latin typeface="Malgun Gothic" pitchFamily="34" charset="0"/>
                <a:ea typeface="Malgun Gothic" pitchFamily="34" charset="-122"/>
                <a:cs typeface="Malgun Gothic" pitchFamily="34" charset="-120"/>
              </a:rPr>
              <a:t> </a:t>
            </a:r>
            <a:r>
              <a:rPr lang="ko-KR" altLang="en-US" sz="1400" dirty="0">
                <a:solidFill>
                  <a:srgbClr val="FFFFFF"/>
                </a:solidFill>
                <a:latin typeface="Malgun Gothic" pitchFamily="34" charset="0"/>
                <a:ea typeface="Malgun Gothic" pitchFamily="34" charset="-122"/>
                <a:cs typeface="Malgun Gothic" pitchFamily="34" charset="-120"/>
              </a:rPr>
              <a:t>병렬 분해와 순차 검색을 진행</a:t>
            </a:r>
            <a:endParaRPr lang="en-US" sz="1400" dirty="0"/>
          </a:p>
        </p:txBody>
      </p:sp>
      <p:sp>
        <p:nvSpPr>
          <p:cNvPr id="4" name="Shape 2"/>
          <p:cNvSpPr/>
          <p:nvPr/>
        </p:nvSpPr>
        <p:spPr>
          <a:xfrm>
            <a:off x="640080" y="2025396"/>
            <a:ext cx="5257800" cy="2743200"/>
          </a:xfrm>
          <a:prstGeom prst="roundRect">
            <a:avLst>
              <a:gd name="adj" fmla="val 2667"/>
            </a:avLst>
          </a:prstGeom>
          <a:solidFill>
            <a:srgbClr val="1D1D1D"/>
          </a:solidFill>
          <a:ln w="9525">
            <a:solidFill>
              <a:srgbClr val="3C3C3C"/>
            </a:solidFill>
            <a:prstDash val="solid"/>
          </a:ln>
        </p:spPr>
      </p:sp>
      <p:sp>
        <p:nvSpPr>
          <p:cNvPr id="5" name="Text 3"/>
          <p:cNvSpPr txBox="1"/>
          <p:nvPr/>
        </p:nvSpPr>
        <p:spPr>
          <a:xfrm>
            <a:off x="822960" y="2116836"/>
            <a:ext cx="4892040" cy="365760"/>
          </a:xfrm>
          <a:prstGeom prst="rect">
            <a:avLst/>
          </a:prstGeom>
          <a:noFill/>
          <a:ln/>
        </p:spPr>
        <p:txBody>
          <a:bodyPr wrap="square" lIns="0" tIns="0" rIns="0" bIns="0" rtlCol="0" anchor="ctr"/>
          <a:lstStyle/>
          <a:p>
            <a:pPr marL="0" indent="0" algn="l">
              <a:lnSpc>
                <a:spcPct val="130000"/>
              </a:lnSpc>
              <a:buNone/>
            </a:pPr>
            <a:r>
              <a:rPr lang="en-US" sz="1600" b="1" dirty="0">
                <a:solidFill>
                  <a:srgbClr val="FFFFFF"/>
                </a:solidFill>
                <a:latin typeface="Malgun Gothic" pitchFamily="34" charset="0"/>
                <a:ea typeface="Malgun Gothic" pitchFamily="34" charset="-122"/>
                <a:cs typeface="Malgun Gothic" pitchFamily="34" charset="-120"/>
              </a:rPr>
              <a:t>병렬 분해</a:t>
            </a:r>
            <a:endParaRPr lang="en-US" sz="1600" dirty="0"/>
          </a:p>
        </p:txBody>
      </p:sp>
      <p:sp>
        <p:nvSpPr>
          <p:cNvPr id="6" name="Shape 4"/>
          <p:cNvSpPr/>
          <p:nvPr/>
        </p:nvSpPr>
        <p:spPr>
          <a:xfrm>
            <a:off x="868680" y="3031236"/>
            <a:ext cx="1097280" cy="731520"/>
          </a:xfrm>
          <a:prstGeom prst="roundRect">
            <a:avLst>
              <a:gd name="adj" fmla="val 10000"/>
            </a:avLst>
          </a:prstGeom>
          <a:solidFill>
            <a:srgbClr val="1D1D1D"/>
          </a:solidFill>
          <a:ln w="9525">
            <a:solidFill>
              <a:srgbClr val="3C3C3C"/>
            </a:solidFill>
            <a:prstDash val="solid"/>
          </a:ln>
        </p:spPr>
      </p:sp>
      <p:sp>
        <p:nvSpPr>
          <p:cNvPr id="7" name="Text 5"/>
          <p:cNvSpPr txBox="1"/>
          <p:nvPr/>
        </p:nvSpPr>
        <p:spPr>
          <a:xfrm>
            <a:off x="941832" y="3031236"/>
            <a:ext cx="950976" cy="731520"/>
          </a:xfrm>
          <a:prstGeom prst="rect">
            <a:avLst/>
          </a:prstGeom>
          <a:noFill/>
          <a:ln/>
        </p:spPr>
        <p:txBody>
          <a:bodyPr wrap="square" lIns="0" tIns="0" rIns="0" bIns="0" rtlCol="0" anchor="ctr"/>
          <a:lstStyle/>
          <a:p>
            <a:pPr marL="0" indent="0" algn="ctr">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질문</a:t>
            </a:r>
            <a:endParaRPr lang="en-US" sz="1300" dirty="0"/>
          </a:p>
        </p:txBody>
      </p:sp>
      <p:sp>
        <p:nvSpPr>
          <p:cNvPr id="8" name="Shape 6"/>
          <p:cNvSpPr/>
          <p:nvPr/>
        </p:nvSpPr>
        <p:spPr>
          <a:xfrm>
            <a:off x="2514600" y="2619756"/>
            <a:ext cx="1371600" cy="594360"/>
          </a:xfrm>
          <a:prstGeom prst="roundRect">
            <a:avLst>
              <a:gd name="adj" fmla="val 12308"/>
            </a:avLst>
          </a:prstGeom>
          <a:solidFill>
            <a:srgbClr val="1D1D1D"/>
          </a:solidFill>
          <a:ln w="9525">
            <a:solidFill>
              <a:srgbClr val="3C3C3C"/>
            </a:solidFill>
            <a:prstDash val="solid"/>
          </a:ln>
        </p:spPr>
      </p:sp>
      <p:sp>
        <p:nvSpPr>
          <p:cNvPr id="9" name="Text 7"/>
          <p:cNvSpPr txBox="1"/>
          <p:nvPr/>
        </p:nvSpPr>
        <p:spPr>
          <a:xfrm>
            <a:off x="2587752" y="2619756"/>
            <a:ext cx="1225296" cy="594360"/>
          </a:xfrm>
          <a:prstGeom prst="rect">
            <a:avLst/>
          </a:prstGeom>
          <a:noFill/>
          <a:ln/>
        </p:spPr>
        <p:txBody>
          <a:bodyPr wrap="square" lIns="0" tIns="0" rIns="0" bIns="0" rtlCol="0" anchor="ctr"/>
          <a:lstStyle/>
          <a:p>
            <a:pPr marL="0" indent="0" algn="ctr">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하위 질의 1</a:t>
            </a:r>
            <a:endParaRPr lang="en-US" sz="1250" dirty="0"/>
          </a:p>
        </p:txBody>
      </p:sp>
      <p:sp>
        <p:nvSpPr>
          <p:cNvPr id="10" name="Shape 8"/>
          <p:cNvSpPr/>
          <p:nvPr/>
        </p:nvSpPr>
        <p:spPr>
          <a:xfrm>
            <a:off x="2514600" y="3579876"/>
            <a:ext cx="1371600" cy="594360"/>
          </a:xfrm>
          <a:prstGeom prst="roundRect">
            <a:avLst>
              <a:gd name="adj" fmla="val 12308"/>
            </a:avLst>
          </a:prstGeom>
          <a:solidFill>
            <a:srgbClr val="1D1D1D"/>
          </a:solidFill>
          <a:ln w="9525">
            <a:solidFill>
              <a:srgbClr val="3C3C3C"/>
            </a:solidFill>
            <a:prstDash val="solid"/>
          </a:ln>
        </p:spPr>
      </p:sp>
      <p:sp>
        <p:nvSpPr>
          <p:cNvPr id="11" name="Text 9"/>
          <p:cNvSpPr txBox="1"/>
          <p:nvPr/>
        </p:nvSpPr>
        <p:spPr>
          <a:xfrm>
            <a:off x="2587752" y="3579876"/>
            <a:ext cx="1225296" cy="594360"/>
          </a:xfrm>
          <a:prstGeom prst="rect">
            <a:avLst/>
          </a:prstGeom>
          <a:noFill/>
          <a:ln/>
        </p:spPr>
        <p:txBody>
          <a:bodyPr wrap="square" lIns="0" tIns="0" rIns="0" bIns="0" rtlCol="0" anchor="ctr"/>
          <a:lstStyle/>
          <a:p>
            <a:pPr marL="0" indent="0" algn="ctr">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하위 질의 2</a:t>
            </a:r>
            <a:endParaRPr lang="en-US" sz="1250" dirty="0"/>
          </a:p>
        </p:txBody>
      </p:sp>
      <p:sp>
        <p:nvSpPr>
          <p:cNvPr id="12" name="Shape 10"/>
          <p:cNvSpPr/>
          <p:nvPr/>
        </p:nvSpPr>
        <p:spPr>
          <a:xfrm flipV="1">
            <a:off x="2011680" y="2939796"/>
            <a:ext cx="457200" cy="457200"/>
          </a:xfrm>
          <a:prstGeom prst="line">
            <a:avLst/>
          </a:prstGeom>
          <a:noFill/>
          <a:ln w="22225">
            <a:solidFill>
              <a:srgbClr val="FFD733"/>
            </a:solidFill>
            <a:prstDash val="solid"/>
            <a:tailEnd type="triangle"/>
          </a:ln>
        </p:spPr>
      </p:sp>
      <p:sp>
        <p:nvSpPr>
          <p:cNvPr id="13" name="Shape 11"/>
          <p:cNvSpPr/>
          <p:nvPr/>
        </p:nvSpPr>
        <p:spPr>
          <a:xfrm>
            <a:off x="2011680" y="3396996"/>
            <a:ext cx="457200" cy="457200"/>
          </a:xfrm>
          <a:prstGeom prst="line">
            <a:avLst/>
          </a:prstGeom>
          <a:noFill/>
          <a:ln w="22225">
            <a:solidFill>
              <a:srgbClr val="FFD733"/>
            </a:solidFill>
            <a:prstDash val="solid"/>
            <a:tailEnd type="triangle"/>
          </a:ln>
        </p:spPr>
      </p:sp>
      <p:sp>
        <p:nvSpPr>
          <p:cNvPr id="14" name="Shape 12"/>
          <p:cNvSpPr/>
          <p:nvPr/>
        </p:nvSpPr>
        <p:spPr>
          <a:xfrm>
            <a:off x="4343400" y="3031236"/>
            <a:ext cx="1371600" cy="731520"/>
          </a:xfrm>
          <a:prstGeom prst="roundRect">
            <a:avLst>
              <a:gd name="adj" fmla="val 10000"/>
            </a:avLst>
          </a:prstGeom>
          <a:solidFill>
            <a:srgbClr val="262626"/>
          </a:solidFill>
          <a:ln w="19050">
            <a:solidFill>
              <a:srgbClr val="FFD733"/>
            </a:solidFill>
            <a:prstDash val="solid"/>
          </a:ln>
        </p:spPr>
      </p:sp>
      <p:sp>
        <p:nvSpPr>
          <p:cNvPr id="15" name="Text 13"/>
          <p:cNvSpPr txBox="1"/>
          <p:nvPr/>
        </p:nvSpPr>
        <p:spPr>
          <a:xfrm>
            <a:off x="4416552" y="3031236"/>
            <a:ext cx="1225296" cy="731520"/>
          </a:xfrm>
          <a:prstGeom prst="rect">
            <a:avLst/>
          </a:prstGeom>
          <a:noFill/>
          <a:ln/>
        </p:spPr>
        <p:txBody>
          <a:bodyPr wrap="square" lIns="0" tIns="0" rIns="0" bIns="0" rtlCol="0" anchor="ctr"/>
          <a:lstStyle/>
          <a:p>
            <a:pPr marL="0" indent="0" algn="ctr">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결과 병합</a:t>
            </a:r>
            <a:endParaRPr lang="en-US" sz="1300" dirty="0"/>
          </a:p>
        </p:txBody>
      </p:sp>
      <p:sp>
        <p:nvSpPr>
          <p:cNvPr id="16" name="Shape 14"/>
          <p:cNvSpPr/>
          <p:nvPr/>
        </p:nvSpPr>
        <p:spPr>
          <a:xfrm>
            <a:off x="3931920" y="2939796"/>
            <a:ext cx="365760" cy="365760"/>
          </a:xfrm>
          <a:prstGeom prst="line">
            <a:avLst/>
          </a:prstGeom>
          <a:noFill/>
          <a:ln w="22225">
            <a:solidFill>
              <a:srgbClr val="FFD733"/>
            </a:solidFill>
            <a:prstDash val="solid"/>
            <a:tailEnd type="triangle"/>
          </a:ln>
        </p:spPr>
      </p:sp>
      <p:sp>
        <p:nvSpPr>
          <p:cNvPr id="17" name="Shape 15"/>
          <p:cNvSpPr/>
          <p:nvPr/>
        </p:nvSpPr>
        <p:spPr>
          <a:xfrm flipV="1">
            <a:off x="3931920" y="3488436"/>
            <a:ext cx="365760" cy="365760"/>
          </a:xfrm>
          <a:prstGeom prst="line">
            <a:avLst/>
          </a:prstGeom>
          <a:noFill/>
          <a:ln w="22225">
            <a:solidFill>
              <a:srgbClr val="FFD733"/>
            </a:solidFill>
            <a:prstDash val="solid"/>
            <a:tailEnd type="triangle"/>
          </a:ln>
        </p:spPr>
      </p:sp>
      <p:sp>
        <p:nvSpPr>
          <p:cNvPr id="18" name="Text 16"/>
          <p:cNvSpPr txBox="1"/>
          <p:nvPr/>
        </p:nvSpPr>
        <p:spPr>
          <a:xfrm>
            <a:off x="822960" y="4219956"/>
            <a:ext cx="4892040" cy="502920"/>
          </a:xfrm>
          <a:prstGeom prst="rect">
            <a:avLst/>
          </a:prstGeom>
          <a:noFill/>
          <a:ln/>
        </p:spPr>
        <p:txBody>
          <a:bodyPr wrap="square" lIns="0" tIns="0" rIns="0" bIns="0" rtlCol="0" anchor="t"/>
          <a:lstStyle/>
          <a:p>
            <a:pPr marL="0" indent="0" algn="l">
              <a:lnSpc>
                <a:spcPct val="130000"/>
              </a:lnSpc>
              <a:buNone/>
            </a:pPr>
            <a:r>
              <a:rPr lang="en-US" sz="1250" dirty="0">
                <a:solidFill>
                  <a:srgbClr val="FFFFFF"/>
                </a:solidFill>
                <a:latin typeface="Malgun Gothic" pitchFamily="34" charset="0"/>
                <a:ea typeface="Malgun Gothic" pitchFamily="34" charset="-122"/>
                <a:cs typeface="Malgun Gothic" pitchFamily="34" charset="-120"/>
              </a:rPr>
              <a:t>하위 질의가 서로 독립일 때. 처음부터 모두 만들어 각각 검색한 뒤 합침</a:t>
            </a:r>
            <a:endParaRPr lang="en-US" sz="1250" dirty="0"/>
          </a:p>
        </p:txBody>
      </p:sp>
      <p:sp>
        <p:nvSpPr>
          <p:cNvPr id="19" name="Shape 17"/>
          <p:cNvSpPr/>
          <p:nvPr/>
        </p:nvSpPr>
        <p:spPr>
          <a:xfrm>
            <a:off x="6263640" y="2025396"/>
            <a:ext cx="5257800" cy="2743200"/>
          </a:xfrm>
          <a:prstGeom prst="roundRect">
            <a:avLst>
              <a:gd name="adj" fmla="val 2667"/>
            </a:avLst>
          </a:prstGeom>
          <a:solidFill>
            <a:srgbClr val="1D1D1D"/>
          </a:solidFill>
          <a:ln w="9525">
            <a:solidFill>
              <a:srgbClr val="3C3C3C"/>
            </a:solidFill>
            <a:prstDash val="solid"/>
          </a:ln>
        </p:spPr>
      </p:sp>
      <p:sp>
        <p:nvSpPr>
          <p:cNvPr id="20" name="Text 18"/>
          <p:cNvSpPr txBox="1"/>
          <p:nvPr/>
        </p:nvSpPr>
        <p:spPr>
          <a:xfrm>
            <a:off x="6446520" y="2116836"/>
            <a:ext cx="4892040" cy="365760"/>
          </a:xfrm>
          <a:prstGeom prst="rect">
            <a:avLst/>
          </a:prstGeom>
          <a:noFill/>
          <a:ln/>
        </p:spPr>
        <p:txBody>
          <a:bodyPr wrap="square" lIns="0" tIns="0" rIns="0" bIns="0" rtlCol="0" anchor="ctr"/>
          <a:lstStyle/>
          <a:p>
            <a:pPr marL="0" indent="0" algn="l">
              <a:lnSpc>
                <a:spcPct val="130000"/>
              </a:lnSpc>
              <a:buNone/>
            </a:pPr>
            <a:r>
              <a:rPr lang="en-US" sz="1600" b="1" dirty="0">
                <a:solidFill>
                  <a:srgbClr val="FFFFFF"/>
                </a:solidFill>
                <a:latin typeface="Malgun Gothic" pitchFamily="34" charset="0"/>
                <a:ea typeface="Malgun Gothic" pitchFamily="34" charset="-122"/>
                <a:cs typeface="Malgun Gothic" pitchFamily="34" charset="-120"/>
              </a:rPr>
              <a:t>순차 검색</a:t>
            </a:r>
            <a:endParaRPr lang="en-US" sz="1600" dirty="0"/>
          </a:p>
        </p:txBody>
      </p:sp>
      <p:sp>
        <p:nvSpPr>
          <p:cNvPr id="21" name="Shape 19"/>
          <p:cNvSpPr/>
          <p:nvPr/>
        </p:nvSpPr>
        <p:spPr>
          <a:xfrm>
            <a:off x="6446520" y="3031236"/>
            <a:ext cx="1005840" cy="731520"/>
          </a:xfrm>
          <a:prstGeom prst="roundRect">
            <a:avLst>
              <a:gd name="adj" fmla="val 10000"/>
            </a:avLst>
          </a:prstGeom>
          <a:solidFill>
            <a:srgbClr val="1D1D1D"/>
          </a:solidFill>
          <a:ln w="9525">
            <a:solidFill>
              <a:srgbClr val="3C3C3C"/>
            </a:solidFill>
            <a:prstDash val="solid"/>
          </a:ln>
        </p:spPr>
      </p:sp>
      <p:sp>
        <p:nvSpPr>
          <p:cNvPr id="22" name="Text 20"/>
          <p:cNvSpPr txBox="1"/>
          <p:nvPr/>
        </p:nvSpPr>
        <p:spPr>
          <a:xfrm>
            <a:off x="6519672" y="3031236"/>
            <a:ext cx="859536" cy="731520"/>
          </a:xfrm>
          <a:prstGeom prst="rect">
            <a:avLst/>
          </a:prstGeom>
          <a:noFill/>
          <a:ln/>
        </p:spPr>
        <p:txBody>
          <a:bodyPr wrap="square" lIns="0" tIns="0" rIns="0" bIns="0" rtlCol="0" anchor="ctr"/>
          <a:lstStyle/>
          <a:p>
            <a:pPr marL="0" indent="0" algn="ctr">
              <a:lnSpc>
                <a:spcPct val="115000"/>
              </a:lnSpc>
              <a:buNone/>
            </a:pPr>
            <a:r>
              <a:rPr lang="en-US" sz="1200" b="1" dirty="0">
                <a:solidFill>
                  <a:srgbClr val="FFFFFF"/>
                </a:solidFill>
                <a:latin typeface="Malgun Gothic" pitchFamily="34" charset="0"/>
                <a:ea typeface="Malgun Gothic" pitchFamily="34" charset="-122"/>
                <a:cs typeface="Malgun Gothic" pitchFamily="34" charset="-120"/>
              </a:rPr>
              <a:t>검색 1</a:t>
            </a:r>
            <a:endParaRPr lang="en-US" sz="1200" dirty="0"/>
          </a:p>
        </p:txBody>
      </p:sp>
      <p:sp>
        <p:nvSpPr>
          <p:cNvPr id="23" name="Shape 21"/>
          <p:cNvSpPr/>
          <p:nvPr/>
        </p:nvSpPr>
        <p:spPr>
          <a:xfrm>
            <a:off x="7479792" y="3396996"/>
            <a:ext cx="219456" cy="0"/>
          </a:xfrm>
          <a:prstGeom prst="line">
            <a:avLst/>
          </a:prstGeom>
          <a:noFill/>
          <a:ln w="22225">
            <a:solidFill>
              <a:srgbClr val="FFD733"/>
            </a:solidFill>
            <a:prstDash val="solid"/>
            <a:tailEnd type="triangle"/>
          </a:ln>
        </p:spPr>
      </p:sp>
      <p:sp>
        <p:nvSpPr>
          <p:cNvPr id="24" name="Shape 22"/>
          <p:cNvSpPr/>
          <p:nvPr/>
        </p:nvSpPr>
        <p:spPr>
          <a:xfrm>
            <a:off x="7726680" y="3031236"/>
            <a:ext cx="1097280" cy="731520"/>
          </a:xfrm>
          <a:prstGeom prst="roundRect">
            <a:avLst>
              <a:gd name="adj" fmla="val 10000"/>
            </a:avLst>
          </a:prstGeom>
          <a:solidFill>
            <a:srgbClr val="1D1D1D"/>
          </a:solidFill>
          <a:ln w="9525">
            <a:solidFill>
              <a:srgbClr val="3C3C3C"/>
            </a:solidFill>
            <a:prstDash val="solid"/>
          </a:ln>
        </p:spPr>
      </p:sp>
      <p:sp>
        <p:nvSpPr>
          <p:cNvPr id="25" name="Text 23"/>
          <p:cNvSpPr txBox="1"/>
          <p:nvPr/>
        </p:nvSpPr>
        <p:spPr>
          <a:xfrm>
            <a:off x="7799832" y="3031236"/>
            <a:ext cx="950976" cy="731520"/>
          </a:xfrm>
          <a:prstGeom prst="rect">
            <a:avLst/>
          </a:prstGeom>
          <a:noFill/>
          <a:ln/>
        </p:spPr>
        <p:txBody>
          <a:bodyPr wrap="square" lIns="0" tIns="0" rIns="0" bIns="0" rtlCol="0" anchor="ctr"/>
          <a:lstStyle/>
          <a:p>
            <a:pPr marL="0" indent="0" algn="ctr">
              <a:lnSpc>
                <a:spcPct val="115000"/>
              </a:lnSpc>
              <a:buNone/>
            </a:pPr>
            <a:r>
              <a:rPr lang="en-US" sz="1200" b="1" dirty="0">
                <a:solidFill>
                  <a:srgbClr val="FFFFFF"/>
                </a:solidFill>
                <a:latin typeface="Malgun Gothic" pitchFamily="34" charset="0"/>
                <a:ea typeface="Malgun Gothic" pitchFamily="34" charset="-122"/>
                <a:cs typeface="Malgun Gothic" pitchFamily="34" charset="-120"/>
              </a:rPr>
              <a:t>결과 읽기</a:t>
            </a:r>
            <a:endParaRPr lang="en-US" sz="1200" dirty="0"/>
          </a:p>
        </p:txBody>
      </p:sp>
      <p:sp>
        <p:nvSpPr>
          <p:cNvPr id="26" name="Shape 24"/>
          <p:cNvSpPr/>
          <p:nvPr/>
        </p:nvSpPr>
        <p:spPr>
          <a:xfrm>
            <a:off x="8851392" y="3396996"/>
            <a:ext cx="219456" cy="0"/>
          </a:xfrm>
          <a:prstGeom prst="line">
            <a:avLst/>
          </a:prstGeom>
          <a:noFill/>
          <a:ln w="22225">
            <a:solidFill>
              <a:srgbClr val="FFD733"/>
            </a:solidFill>
            <a:prstDash val="solid"/>
            <a:tailEnd type="triangle"/>
          </a:ln>
        </p:spPr>
      </p:sp>
      <p:sp>
        <p:nvSpPr>
          <p:cNvPr id="27" name="Shape 25"/>
          <p:cNvSpPr/>
          <p:nvPr/>
        </p:nvSpPr>
        <p:spPr>
          <a:xfrm>
            <a:off x="9098280" y="3031236"/>
            <a:ext cx="1234440" cy="731520"/>
          </a:xfrm>
          <a:prstGeom prst="roundRect">
            <a:avLst>
              <a:gd name="adj" fmla="val 10000"/>
            </a:avLst>
          </a:prstGeom>
          <a:solidFill>
            <a:srgbClr val="262626"/>
          </a:solidFill>
          <a:ln w="19050">
            <a:solidFill>
              <a:srgbClr val="FFD733"/>
            </a:solidFill>
            <a:prstDash val="solid"/>
          </a:ln>
        </p:spPr>
      </p:sp>
      <p:sp>
        <p:nvSpPr>
          <p:cNvPr id="28" name="Text 26"/>
          <p:cNvSpPr txBox="1"/>
          <p:nvPr/>
        </p:nvSpPr>
        <p:spPr>
          <a:xfrm>
            <a:off x="9171432" y="3031236"/>
            <a:ext cx="1088136" cy="731520"/>
          </a:xfrm>
          <a:prstGeom prst="rect">
            <a:avLst/>
          </a:prstGeom>
          <a:noFill/>
          <a:ln/>
        </p:spPr>
        <p:txBody>
          <a:bodyPr wrap="square" lIns="0" tIns="0" rIns="0" bIns="0" rtlCol="0" anchor="ctr"/>
          <a:lstStyle/>
          <a:p>
            <a:pPr marL="0" indent="0" algn="ctr">
              <a:lnSpc>
                <a:spcPct val="115000"/>
              </a:lnSpc>
              <a:buNone/>
            </a:pPr>
            <a:r>
              <a:rPr lang="en-US" sz="1200" b="1" dirty="0">
                <a:solidFill>
                  <a:srgbClr val="FFFFFF"/>
                </a:solidFill>
                <a:latin typeface="Malgun Gothic" pitchFamily="34" charset="0"/>
                <a:ea typeface="Malgun Gothic" pitchFamily="34" charset="-122"/>
                <a:cs typeface="Malgun Gothic" pitchFamily="34" charset="-120"/>
              </a:rPr>
              <a:t>다음 검색어 결정</a:t>
            </a:r>
            <a:endParaRPr lang="en-US" sz="1200" dirty="0"/>
          </a:p>
        </p:txBody>
      </p:sp>
      <p:sp>
        <p:nvSpPr>
          <p:cNvPr id="29" name="Shape 27"/>
          <p:cNvSpPr/>
          <p:nvPr/>
        </p:nvSpPr>
        <p:spPr>
          <a:xfrm>
            <a:off x="10360152" y="3396996"/>
            <a:ext cx="219456" cy="0"/>
          </a:xfrm>
          <a:prstGeom prst="line">
            <a:avLst/>
          </a:prstGeom>
          <a:noFill/>
          <a:ln w="22225">
            <a:solidFill>
              <a:srgbClr val="FFD733"/>
            </a:solidFill>
            <a:prstDash val="solid"/>
            <a:tailEnd type="triangle"/>
          </a:ln>
        </p:spPr>
      </p:sp>
      <p:sp>
        <p:nvSpPr>
          <p:cNvPr id="30" name="Shape 28"/>
          <p:cNvSpPr/>
          <p:nvPr/>
        </p:nvSpPr>
        <p:spPr>
          <a:xfrm>
            <a:off x="10607040" y="3031236"/>
            <a:ext cx="822960" cy="731520"/>
          </a:xfrm>
          <a:prstGeom prst="roundRect">
            <a:avLst>
              <a:gd name="adj" fmla="val 10000"/>
            </a:avLst>
          </a:prstGeom>
          <a:solidFill>
            <a:srgbClr val="1D1D1D"/>
          </a:solidFill>
          <a:ln w="9525">
            <a:solidFill>
              <a:srgbClr val="3C3C3C"/>
            </a:solidFill>
            <a:prstDash val="solid"/>
          </a:ln>
        </p:spPr>
      </p:sp>
      <p:sp>
        <p:nvSpPr>
          <p:cNvPr id="31" name="Text 29"/>
          <p:cNvSpPr txBox="1"/>
          <p:nvPr/>
        </p:nvSpPr>
        <p:spPr>
          <a:xfrm>
            <a:off x="10680192" y="3031236"/>
            <a:ext cx="676656" cy="731520"/>
          </a:xfrm>
          <a:prstGeom prst="rect">
            <a:avLst/>
          </a:prstGeom>
          <a:noFill/>
          <a:ln/>
        </p:spPr>
        <p:txBody>
          <a:bodyPr wrap="square" lIns="0" tIns="0" rIns="0" bIns="0" rtlCol="0" anchor="ctr"/>
          <a:lstStyle/>
          <a:p>
            <a:pPr marL="0" indent="0" algn="ctr">
              <a:lnSpc>
                <a:spcPct val="115000"/>
              </a:lnSpc>
              <a:buNone/>
            </a:pPr>
            <a:r>
              <a:rPr lang="en-US" sz="1200" b="1" dirty="0">
                <a:solidFill>
                  <a:srgbClr val="FFFFFF"/>
                </a:solidFill>
                <a:latin typeface="Malgun Gothic" pitchFamily="34" charset="0"/>
                <a:ea typeface="Malgun Gothic" pitchFamily="34" charset="-122"/>
                <a:cs typeface="Malgun Gothic" pitchFamily="34" charset="-120"/>
              </a:rPr>
              <a:t>검색 2</a:t>
            </a:r>
            <a:endParaRPr lang="en-US" sz="1200" dirty="0"/>
          </a:p>
        </p:txBody>
      </p:sp>
      <p:sp>
        <p:nvSpPr>
          <p:cNvPr id="32" name="Text 30"/>
          <p:cNvSpPr txBox="1"/>
          <p:nvPr/>
        </p:nvSpPr>
        <p:spPr>
          <a:xfrm>
            <a:off x="6446520" y="4219956"/>
            <a:ext cx="4892040" cy="502920"/>
          </a:xfrm>
          <a:prstGeom prst="rect">
            <a:avLst/>
          </a:prstGeom>
          <a:noFill/>
          <a:ln/>
        </p:spPr>
        <p:txBody>
          <a:bodyPr wrap="square" lIns="0" tIns="0" rIns="0" bIns="0" rtlCol="0" anchor="t"/>
          <a:lstStyle/>
          <a:p>
            <a:pPr marL="0" indent="0" algn="l">
              <a:lnSpc>
                <a:spcPct val="130000"/>
              </a:lnSpc>
              <a:buNone/>
            </a:pPr>
            <a:r>
              <a:rPr lang="en-US" sz="1250" dirty="0">
                <a:solidFill>
                  <a:srgbClr val="FFFFFF"/>
                </a:solidFill>
                <a:latin typeface="Malgun Gothic" pitchFamily="34" charset="0"/>
                <a:ea typeface="Malgun Gothic" pitchFamily="34" charset="-122"/>
                <a:cs typeface="Malgun Gothic" pitchFamily="34" charset="-120"/>
              </a:rPr>
              <a:t>두 번째 검색어가 첫 번째 검색 결과에 들어 있을 때. 결과를 읽기 전에는 다음 질의를 만들 수 없음</a:t>
            </a:r>
            <a:endParaRPr lang="en-US" sz="1250" dirty="0"/>
          </a:p>
        </p:txBody>
      </p:sp>
      <p:sp>
        <p:nvSpPr>
          <p:cNvPr id="35" name="Text 17">
            <a:extLst>
              <a:ext uri="{FF2B5EF4-FFF2-40B4-BE49-F238E27FC236}">
                <a16:creationId xmlns:a16="http://schemas.microsoft.com/office/drawing/2014/main" id="{96D7512E-D84A-7B36-D8E5-C6BBC3A21B0A}"/>
              </a:ext>
            </a:extLst>
          </p:cNvPr>
          <p:cNvSpPr txBox="1"/>
          <p:nvPr/>
        </p:nvSpPr>
        <p:spPr>
          <a:xfrm>
            <a:off x="640080" y="6007608"/>
            <a:ext cx="10881360" cy="777240"/>
          </a:xfrm>
          <a:prstGeom prst="rect">
            <a:avLst/>
          </a:prstGeom>
          <a:noFill/>
          <a:ln/>
        </p:spPr>
        <p:txBody>
          <a:bodyPr wrap="square" lIns="0" tIns="0" rIns="0" bIns="0" rtlCol="0" anchor="t"/>
          <a:lstStyle/>
          <a:p>
            <a:pPr marL="0" indent="0" algn="l">
              <a:lnSpc>
                <a:spcPct val="130000"/>
              </a:lnSpc>
              <a:buNone/>
            </a:pPr>
            <a:r>
              <a:rPr lang="en-US" sz="1050" b="1" dirty="0">
                <a:solidFill>
                  <a:srgbClr val="FFD733"/>
                </a:solidFill>
                <a:latin typeface="Malgun Gothic" pitchFamily="34" charset="0"/>
                <a:ea typeface="Malgun Gothic" pitchFamily="34" charset="-122"/>
                <a:cs typeface="Malgun Gothic" pitchFamily="34" charset="-120"/>
              </a:rPr>
              <a:t> 홉(hop)  </a:t>
            </a:r>
            <a:r>
              <a:rPr lang="en-US" sz="1050" dirty="0">
                <a:solidFill>
                  <a:srgbClr val="FFFFFF"/>
                </a:solidFill>
                <a:latin typeface="Malgun Gothic" pitchFamily="34" charset="0"/>
                <a:ea typeface="Malgun Gothic" pitchFamily="34" charset="-122"/>
                <a:cs typeface="Malgun Gothic" pitchFamily="34" charset="-120"/>
              </a:rPr>
              <a:t>근거 하나에서 다음 근거로 넘어가는 한 단계. 근거 두 개를 차례로 거쳐야 답이 나오면 2홉 질문. 질의응답 연구(HotpotQA 등)에서 쓰는 용어</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0">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구성 요소 ③ — 라우팅(routing)</a:t>
            </a:r>
            <a:endParaRPr lang="en-US" sz="2800" dirty="0"/>
          </a:p>
        </p:txBody>
      </p:sp>
      <p:sp>
        <p:nvSpPr>
          <p:cNvPr id="3" name="Text 1"/>
          <p:cNvSpPr txBox="1"/>
          <p:nvPr/>
        </p:nvSpPr>
        <p:spPr>
          <a:xfrm>
            <a:off x="640080" y="1170432"/>
            <a:ext cx="10881360" cy="329184"/>
          </a:xfrm>
          <a:prstGeom prst="rect">
            <a:avLst/>
          </a:prstGeom>
          <a:noFill/>
          <a:ln/>
        </p:spPr>
        <p:txBody>
          <a:bodyPr wrap="square" lIns="0" tIns="0" rIns="0" bIns="0" rtlCol="0" anchor="ctr"/>
          <a:lstStyle/>
          <a:p>
            <a:pPr marL="0" indent="0" algn="l">
              <a:lnSpc>
                <a:spcPct val="130000"/>
              </a:lnSpc>
              <a:buNone/>
            </a:pPr>
            <a:r>
              <a:rPr lang="en-US" sz="1400" b="1" dirty="0">
                <a:solidFill>
                  <a:srgbClr val="FFD733"/>
                </a:solidFill>
                <a:latin typeface="Malgun Gothic" pitchFamily="34" charset="0"/>
                <a:ea typeface="Malgun Gothic" pitchFamily="34" charset="-122"/>
                <a:cs typeface="Malgun Gothic" pitchFamily="34" charset="-120"/>
              </a:rPr>
              <a:t>라우팅  </a:t>
            </a:r>
            <a:r>
              <a:rPr lang="en-US" sz="1400" dirty="0">
                <a:solidFill>
                  <a:srgbClr val="FFFFFF"/>
                </a:solidFill>
                <a:latin typeface="Malgun Gothic" pitchFamily="34" charset="0"/>
                <a:ea typeface="Malgun Gothic" pitchFamily="34" charset="-122"/>
                <a:cs typeface="Malgun Gothic" pitchFamily="34" charset="-120"/>
              </a:rPr>
              <a:t>질문마다 어떤 검색기 또는 어떤 처리 경로를 쓸지 고르는 단계</a:t>
            </a:r>
            <a:endParaRPr lang="en-US" sz="1400" dirty="0"/>
          </a:p>
        </p:txBody>
      </p:sp>
      <p:sp>
        <p:nvSpPr>
          <p:cNvPr id="4" name="Shape 2"/>
          <p:cNvSpPr/>
          <p:nvPr/>
        </p:nvSpPr>
        <p:spPr>
          <a:xfrm>
            <a:off x="640080" y="2514600"/>
            <a:ext cx="2011680" cy="914400"/>
          </a:xfrm>
          <a:prstGeom prst="roundRect">
            <a:avLst>
              <a:gd name="adj" fmla="val 8000"/>
            </a:avLst>
          </a:prstGeom>
          <a:solidFill>
            <a:srgbClr val="1D1D1D"/>
          </a:solidFill>
          <a:ln w="9525">
            <a:solidFill>
              <a:srgbClr val="3C3C3C"/>
            </a:solidFill>
            <a:prstDash val="solid"/>
          </a:ln>
        </p:spPr>
      </p:sp>
      <p:sp>
        <p:nvSpPr>
          <p:cNvPr id="5" name="Text 3"/>
          <p:cNvSpPr txBox="1"/>
          <p:nvPr/>
        </p:nvSpPr>
        <p:spPr>
          <a:xfrm>
            <a:off x="713232" y="2514600"/>
            <a:ext cx="1865376" cy="914400"/>
          </a:xfrm>
          <a:prstGeom prst="rect">
            <a:avLst/>
          </a:prstGeom>
          <a:noFill/>
          <a:ln/>
        </p:spPr>
        <p:txBody>
          <a:bodyPr wrap="square" lIns="0" tIns="0" rIns="0" bIns="0" rtlCol="0" anchor="ctr"/>
          <a:lstStyle/>
          <a:p>
            <a:pPr marL="0" indent="0" algn="ctr">
              <a:lnSpc>
                <a:spcPct val="115000"/>
              </a:lnSpc>
              <a:buNone/>
            </a:pPr>
            <a:r>
              <a:rPr lang="en-US" sz="1500" b="1" dirty="0">
                <a:solidFill>
                  <a:srgbClr val="FFFFFF"/>
                </a:solidFill>
                <a:latin typeface="Malgun Gothic" pitchFamily="34" charset="0"/>
                <a:ea typeface="Malgun Gothic" pitchFamily="34" charset="-122"/>
                <a:cs typeface="Malgun Gothic" pitchFamily="34" charset="-120"/>
              </a:rPr>
              <a:t>질문</a:t>
            </a:r>
            <a:endParaRPr lang="en-US" sz="1500" dirty="0"/>
          </a:p>
        </p:txBody>
      </p:sp>
      <p:sp>
        <p:nvSpPr>
          <p:cNvPr id="6" name="Shape 4"/>
          <p:cNvSpPr/>
          <p:nvPr/>
        </p:nvSpPr>
        <p:spPr>
          <a:xfrm>
            <a:off x="3291840" y="2514600"/>
            <a:ext cx="2194560" cy="914400"/>
          </a:xfrm>
          <a:prstGeom prst="roundRect">
            <a:avLst>
              <a:gd name="adj" fmla="val 8000"/>
            </a:avLst>
          </a:prstGeom>
          <a:solidFill>
            <a:srgbClr val="262626"/>
          </a:solidFill>
          <a:ln w="19050">
            <a:solidFill>
              <a:srgbClr val="FFD733"/>
            </a:solidFill>
            <a:prstDash val="solid"/>
          </a:ln>
        </p:spPr>
      </p:sp>
      <p:sp>
        <p:nvSpPr>
          <p:cNvPr id="7" name="Text 5"/>
          <p:cNvSpPr txBox="1"/>
          <p:nvPr/>
        </p:nvSpPr>
        <p:spPr>
          <a:xfrm>
            <a:off x="3364992" y="2624328"/>
            <a:ext cx="2048256" cy="384048"/>
          </a:xfrm>
          <a:prstGeom prst="rect">
            <a:avLst/>
          </a:prstGeom>
          <a:noFill/>
          <a:ln/>
        </p:spPr>
        <p:txBody>
          <a:bodyPr wrap="square" lIns="0" tIns="0" rIns="0" bIns="0" rtlCol="0" anchor="ctr"/>
          <a:lstStyle/>
          <a:p>
            <a:pPr marL="0" indent="0" algn="ctr">
              <a:lnSpc>
                <a:spcPct val="130000"/>
              </a:lnSpc>
              <a:buNone/>
            </a:pPr>
            <a:r>
              <a:rPr lang="en-US" sz="1500" b="1" dirty="0">
                <a:solidFill>
                  <a:srgbClr val="FFFFFF"/>
                </a:solidFill>
                <a:latin typeface="Malgun Gothic" pitchFamily="34" charset="0"/>
                <a:ea typeface="Malgun Gothic" pitchFamily="34" charset="-122"/>
                <a:cs typeface="Malgun Gothic" pitchFamily="34" charset="-120"/>
              </a:rPr>
              <a:t>라우터</a:t>
            </a:r>
            <a:endParaRPr lang="en-US" sz="1500" dirty="0"/>
          </a:p>
        </p:txBody>
      </p:sp>
      <p:sp>
        <p:nvSpPr>
          <p:cNvPr id="8" name="Text 6"/>
          <p:cNvSpPr txBox="1"/>
          <p:nvPr/>
        </p:nvSpPr>
        <p:spPr>
          <a:xfrm>
            <a:off x="3364992" y="2971800"/>
            <a:ext cx="2048256" cy="384048"/>
          </a:xfrm>
          <a:prstGeom prst="rect">
            <a:avLst/>
          </a:prstGeom>
          <a:noFill/>
          <a:ln/>
        </p:spPr>
        <p:txBody>
          <a:bodyPr wrap="square" lIns="0" tIns="0" rIns="0" bIns="0" rtlCol="0" anchor="ctr"/>
          <a:lstStyle/>
          <a:p>
            <a:pPr marL="0" indent="0" algn="ctr">
              <a:lnSpc>
                <a:spcPct val="115000"/>
              </a:lnSpc>
              <a:buNone/>
            </a:pPr>
            <a:r>
              <a:rPr lang="ko-KR" altLang="en-US" sz="1200" dirty="0">
                <a:solidFill>
                  <a:srgbClr val="FFFFFF"/>
                </a:solidFill>
                <a:latin typeface="Malgun Gothic" pitchFamily="34" charset="0"/>
                <a:ea typeface="Malgun Gothic" pitchFamily="34" charset="-122"/>
                <a:cs typeface="Malgun Gothic" pitchFamily="34" charset="-120"/>
              </a:rPr>
              <a:t>사람이 미리 정한 고정된 </a:t>
            </a:r>
            <a:r>
              <a:rPr lang="en-US" sz="1200" dirty="0" err="1">
                <a:solidFill>
                  <a:srgbClr val="FFFFFF"/>
                </a:solidFill>
                <a:latin typeface="Malgun Gothic" pitchFamily="34" charset="0"/>
                <a:ea typeface="Malgun Gothic" pitchFamily="34" charset="-122"/>
                <a:cs typeface="Malgun Gothic" pitchFamily="34" charset="-120"/>
              </a:rPr>
              <a:t>규칙</a:t>
            </a:r>
            <a:r>
              <a:rPr lang="en-US" sz="1200" dirty="0">
                <a:solidFill>
                  <a:srgbClr val="FFFFFF"/>
                </a:solidFill>
                <a:latin typeface="Malgun Gothic" pitchFamily="34" charset="0"/>
                <a:ea typeface="Malgun Gothic" pitchFamily="34" charset="-122"/>
                <a:cs typeface="Malgun Gothic" pitchFamily="34" charset="-120"/>
              </a:rPr>
              <a:t> </a:t>
            </a:r>
          </a:p>
          <a:p>
            <a:pPr marL="0" indent="0" algn="ctr">
              <a:lnSpc>
                <a:spcPct val="115000"/>
              </a:lnSpc>
              <a:buNone/>
            </a:pPr>
            <a:r>
              <a:rPr lang="en-US" sz="1200" dirty="0" err="1">
                <a:solidFill>
                  <a:srgbClr val="FFFFFF"/>
                </a:solidFill>
                <a:latin typeface="Malgun Gothic" pitchFamily="34" charset="0"/>
                <a:ea typeface="Malgun Gothic" pitchFamily="34" charset="-122"/>
                <a:cs typeface="Malgun Gothic" pitchFamily="34" charset="-120"/>
              </a:rPr>
              <a:t>또는</a:t>
            </a:r>
            <a:r>
              <a:rPr lang="en-US" sz="1200" dirty="0">
                <a:solidFill>
                  <a:srgbClr val="FFFFFF"/>
                </a:solidFill>
                <a:latin typeface="Malgun Gothic" pitchFamily="34" charset="0"/>
                <a:ea typeface="Malgun Gothic" pitchFamily="34" charset="-122"/>
                <a:cs typeface="Malgun Gothic" pitchFamily="34" charset="-120"/>
              </a:rPr>
              <a:t> LLM이 판단</a:t>
            </a:r>
            <a:endParaRPr lang="en-US" sz="1200" dirty="0"/>
          </a:p>
        </p:txBody>
      </p:sp>
      <p:sp>
        <p:nvSpPr>
          <p:cNvPr id="9" name="Shape 7"/>
          <p:cNvSpPr/>
          <p:nvPr/>
        </p:nvSpPr>
        <p:spPr>
          <a:xfrm>
            <a:off x="2697480" y="2971800"/>
            <a:ext cx="548640" cy="0"/>
          </a:xfrm>
          <a:prstGeom prst="line">
            <a:avLst/>
          </a:prstGeom>
          <a:noFill/>
          <a:ln w="22225">
            <a:solidFill>
              <a:srgbClr val="FFD733"/>
            </a:solidFill>
            <a:prstDash val="solid"/>
            <a:tailEnd type="triangle"/>
          </a:ln>
        </p:spPr>
      </p:sp>
      <p:sp>
        <p:nvSpPr>
          <p:cNvPr id="10" name="Shape 8"/>
          <p:cNvSpPr/>
          <p:nvPr/>
        </p:nvSpPr>
        <p:spPr>
          <a:xfrm>
            <a:off x="6400800" y="1691640"/>
            <a:ext cx="5120640" cy="640080"/>
          </a:xfrm>
          <a:prstGeom prst="roundRect">
            <a:avLst>
              <a:gd name="adj" fmla="val 11429"/>
            </a:avLst>
          </a:prstGeom>
          <a:solidFill>
            <a:srgbClr val="1D1D1D"/>
          </a:solidFill>
          <a:ln w="9525">
            <a:solidFill>
              <a:srgbClr val="3C3C3C"/>
            </a:solidFill>
            <a:prstDash val="solid"/>
          </a:ln>
        </p:spPr>
      </p:sp>
      <p:sp>
        <p:nvSpPr>
          <p:cNvPr id="11" name="Text 9"/>
          <p:cNvSpPr txBox="1"/>
          <p:nvPr/>
        </p:nvSpPr>
        <p:spPr>
          <a:xfrm>
            <a:off x="6583680" y="1691640"/>
            <a:ext cx="2926080" cy="640080"/>
          </a:xfrm>
          <a:prstGeom prst="rect">
            <a:avLst/>
          </a:prstGeom>
          <a:noFill/>
          <a:ln/>
        </p:spPr>
        <p:txBody>
          <a:bodyPr wrap="square" lIns="0" tIns="0" rIns="0" bIns="0" rtlCol="0" anchor="ctr"/>
          <a:lstStyle/>
          <a:p>
            <a:pPr marL="0" indent="0" algn="l">
              <a:lnSpc>
                <a:spcPct val="130000"/>
              </a:lnSpc>
              <a:buNone/>
            </a:pPr>
            <a:r>
              <a:rPr lang="en-US" sz="1300" b="1" dirty="0">
                <a:solidFill>
                  <a:srgbClr val="FFFFFF"/>
                </a:solidFill>
                <a:latin typeface="Malgun Gothic" pitchFamily="34" charset="0"/>
                <a:ea typeface="Malgun Gothic" pitchFamily="34" charset="-122"/>
                <a:cs typeface="Malgun Gothic" pitchFamily="34" charset="-120"/>
              </a:rPr>
              <a:t>검색 없이 바로 답</a:t>
            </a:r>
            <a:endParaRPr lang="en-US" sz="1300" dirty="0"/>
          </a:p>
        </p:txBody>
      </p:sp>
      <p:sp>
        <p:nvSpPr>
          <p:cNvPr id="12" name="Text 10"/>
          <p:cNvSpPr txBox="1"/>
          <p:nvPr/>
        </p:nvSpPr>
        <p:spPr>
          <a:xfrm>
            <a:off x="9509760" y="1691640"/>
            <a:ext cx="1920240" cy="640080"/>
          </a:xfrm>
          <a:prstGeom prst="rect">
            <a:avLst/>
          </a:prstGeom>
          <a:noFill/>
          <a:ln/>
        </p:spPr>
        <p:txBody>
          <a:bodyPr wrap="square" lIns="0" tIns="0" rIns="0" bIns="0" rtlCol="0" anchor="ctr"/>
          <a:lstStyle/>
          <a:p>
            <a:pPr marL="0" indent="0" algn="l">
              <a:lnSpc>
                <a:spcPct val="130000"/>
              </a:lnSpc>
              <a:buNone/>
            </a:pPr>
            <a:r>
              <a:rPr lang="en-US" sz="1200" dirty="0">
                <a:solidFill>
                  <a:srgbClr val="FFFFFF"/>
                </a:solidFill>
                <a:latin typeface="Malgun Gothic" pitchFamily="34" charset="0"/>
                <a:ea typeface="Malgun Gothic" pitchFamily="34" charset="-122"/>
                <a:cs typeface="Malgun Gothic" pitchFamily="34" charset="-120"/>
              </a:rPr>
              <a:t>일반 상식, 인사말</a:t>
            </a:r>
            <a:endParaRPr lang="en-US" sz="1200" dirty="0"/>
          </a:p>
        </p:txBody>
      </p:sp>
      <p:sp>
        <p:nvSpPr>
          <p:cNvPr id="13" name="Shape 11"/>
          <p:cNvSpPr/>
          <p:nvPr/>
        </p:nvSpPr>
        <p:spPr>
          <a:xfrm flipV="1">
            <a:off x="5532120" y="2011680"/>
            <a:ext cx="822960" cy="960120"/>
          </a:xfrm>
          <a:prstGeom prst="line">
            <a:avLst/>
          </a:prstGeom>
          <a:noFill/>
          <a:ln w="22225">
            <a:solidFill>
              <a:srgbClr val="FFD733"/>
            </a:solidFill>
            <a:prstDash val="solid"/>
            <a:tailEnd type="triangle"/>
          </a:ln>
        </p:spPr>
      </p:sp>
      <p:sp>
        <p:nvSpPr>
          <p:cNvPr id="14" name="Shape 12"/>
          <p:cNvSpPr/>
          <p:nvPr/>
        </p:nvSpPr>
        <p:spPr>
          <a:xfrm>
            <a:off x="6400800" y="2496312"/>
            <a:ext cx="5120640" cy="640080"/>
          </a:xfrm>
          <a:prstGeom prst="roundRect">
            <a:avLst>
              <a:gd name="adj" fmla="val 11429"/>
            </a:avLst>
          </a:prstGeom>
          <a:solidFill>
            <a:srgbClr val="1D1D1D"/>
          </a:solidFill>
          <a:ln w="9525">
            <a:solidFill>
              <a:srgbClr val="3C3C3C"/>
            </a:solidFill>
            <a:prstDash val="solid"/>
          </a:ln>
        </p:spPr>
      </p:sp>
      <p:sp>
        <p:nvSpPr>
          <p:cNvPr id="15" name="Text 13"/>
          <p:cNvSpPr txBox="1"/>
          <p:nvPr/>
        </p:nvSpPr>
        <p:spPr>
          <a:xfrm>
            <a:off x="6583680" y="2496312"/>
            <a:ext cx="2926080" cy="640080"/>
          </a:xfrm>
          <a:prstGeom prst="rect">
            <a:avLst/>
          </a:prstGeom>
          <a:noFill/>
          <a:ln/>
        </p:spPr>
        <p:txBody>
          <a:bodyPr wrap="square" lIns="0" tIns="0" rIns="0" bIns="0" rtlCol="0" anchor="ctr"/>
          <a:lstStyle/>
          <a:p>
            <a:pPr marL="0" indent="0" algn="l">
              <a:lnSpc>
                <a:spcPct val="130000"/>
              </a:lnSpc>
              <a:buNone/>
            </a:pPr>
            <a:r>
              <a:rPr lang="en-US" sz="1300" b="1" dirty="0" err="1">
                <a:solidFill>
                  <a:srgbClr val="FFFFFF"/>
                </a:solidFill>
                <a:latin typeface="Malgun Gothic" pitchFamily="34" charset="0"/>
                <a:ea typeface="Malgun Gothic" pitchFamily="34" charset="-122"/>
                <a:cs typeface="Malgun Gothic" pitchFamily="34" charset="-120"/>
              </a:rPr>
              <a:t>고정</a:t>
            </a:r>
            <a:r>
              <a:rPr lang="en-US" sz="1300" b="1" dirty="0">
                <a:solidFill>
                  <a:srgbClr val="FFFFFF"/>
                </a:solidFill>
                <a:latin typeface="Malgun Gothic" pitchFamily="34" charset="0"/>
                <a:ea typeface="Malgun Gothic" pitchFamily="34" charset="-122"/>
                <a:cs typeface="Malgun Gothic" pitchFamily="34" charset="-120"/>
              </a:rPr>
              <a:t> </a:t>
            </a:r>
            <a:r>
              <a:rPr lang="en-US" sz="1300" b="1" dirty="0" err="1">
                <a:solidFill>
                  <a:srgbClr val="FFFFFF"/>
                </a:solidFill>
                <a:latin typeface="Malgun Gothic" pitchFamily="34" charset="0"/>
                <a:ea typeface="Malgun Gothic" pitchFamily="34" charset="-122"/>
                <a:cs typeface="Malgun Gothic" pitchFamily="34" charset="-120"/>
              </a:rPr>
              <a:t>파이프라인</a:t>
            </a:r>
            <a:endParaRPr lang="en-US" sz="1300" dirty="0"/>
          </a:p>
        </p:txBody>
      </p:sp>
      <p:sp>
        <p:nvSpPr>
          <p:cNvPr id="16" name="Text 14"/>
          <p:cNvSpPr txBox="1"/>
          <p:nvPr/>
        </p:nvSpPr>
        <p:spPr>
          <a:xfrm>
            <a:off x="9509760" y="2496312"/>
            <a:ext cx="1920240" cy="640080"/>
          </a:xfrm>
          <a:prstGeom prst="rect">
            <a:avLst/>
          </a:prstGeom>
          <a:noFill/>
          <a:ln/>
        </p:spPr>
        <p:txBody>
          <a:bodyPr wrap="square" lIns="0" tIns="0" rIns="0" bIns="0" rtlCol="0" anchor="ctr"/>
          <a:lstStyle/>
          <a:p>
            <a:pPr marL="0" indent="0" algn="l">
              <a:lnSpc>
                <a:spcPct val="130000"/>
              </a:lnSpc>
              <a:buNone/>
            </a:pPr>
            <a:r>
              <a:rPr lang="en-US" sz="1200" dirty="0">
                <a:solidFill>
                  <a:srgbClr val="FFFFFF"/>
                </a:solidFill>
                <a:latin typeface="Malgun Gothic" pitchFamily="34" charset="0"/>
                <a:ea typeface="Malgun Gothic" pitchFamily="34" charset="-122"/>
                <a:cs typeface="Malgun Gothic" pitchFamily="34" charset="-120"/>
              </a:rPr>
              <a:t>단순한 사실 질문</a:t>
            </a:r>
            <a:endParaRPr lang="en-US" sz="1200" dirty="0"/>
          </a:p>
        </p:txBody>
      </p:sp>
      <p:sp>
        <p:nvSpPr>
          <p:cNvPr id="17" name="Shape 15"/>
          <p:cNvSpPr/>
          <p:nvPr/>
        </p:nvSpPr>
        <p:spPr>
          <a:xfrm flipV="1">
            <a:off x="5532120" y="2816352"/>
            <a:ext cx="822960" cy="155448"/>
          </a:xfrm>
          <a:prstGeom prst="line">
            <a:avLst/>
          </a:prstGeom>
          <a:noFill/>
          <a:ln w="22225">
            <a:solidFill>
              <a:srgbClr val="FFD733"/>
            </a:solidFill>
            <a:prstDash val="solid"/>
            <a:tailEnd type="triangle"/>
          </a:ln>
        </p:spPr>
      </p:sp>
      <p:sp>
        <p:nvSpPr>
          <p:cNvPr id="18" name="Shape 16"/>
          <p:cNvSpPr/>
          <p:nvPr/>
        </p:nvSpPr>
        <p:spPr>
          <a:xfrm>
            <a:off x="6400800" y="3300984"/>
            <a:ext cx="5120640" cy="640080"/>
          </a:xfrm>
          <a:prstGeom prst="roundRect">
            <a:avLst>
              <a:gd name="adj" fmla="val 11429"/>
            </a:avLst>
          </a:prstGeom>
          <a:solidFill>
            <a:srgbClr val="262626"/>
          </a:solidFill>
          <a:ln w="19050">
            <a:solidFill>
              <a:srgbClr val="FFD733"/>
            </a:solidFill>
            <a:prstDash val="solid"/>
          </a:ln>
        </p:spPr>
      </p:sp>
      <p:sp>
        <p:nvSpPr>
          <p:cNvPr id="19" name="Text 17"/>
          <p:cNvSpPr txBox="1"/>
          <p:nvPr/>
        </p:nvSpPr>
        <p:spPr>
          <a:xfrm>
            <a:off x="6583680" y="3300984"/>
            <a:ext cx="2926080" cy="640080"/>
          </a:xfrm>
          <a:prstGeom prst="rect">
            <a:avLst/>
          </a:prstGeom>
          <a:noFill/>
          <a:ln/>
        </p:spPr>
        <p:txBody>
          <a:bodyPr wrap="square" lIns="0" tIns="0" rIns="0" bIns="0" rtlCol="0" anchor="ctr"/>
          <a:lstStyle/>
          <a:p>
            <a:pPr marL="0" indent="0" algn="l">
              <a:lnSpc>
                <a:spcPct val="130000"/>
              </a:lnSpc>
              <a:buNone/>
            </a:pPr>
            <a:r>
              <a:rPr lang="en-US" sz="1300" b="1" dirty="0">
                <a:solidFill>
                  <a:srgbClr val="FFFFFF"/>
                </a:solidFill>
                <a:latin typeface="Malgun Gothic" pitchFamily="34" charset="0"/>
                <a:ea typeface="Malgun Gothic" pitchFamily="34" charset="-122"/>
                <a:cs typeface="Malgun Gothic" pitchFamily="34" charset="-120"/>
              </a:rPr>
              <a:t>에이전틱 </a:t>
            </a:r>
            <a:r>
              <a:rPr lang="en-US" sz="1300" b="1" dirty="0" err="1">
                <a:solidFill>
                  <a:srgbClr val="FFFFFF"/>
                </a:solidFill>
                <a:latin typeface="Malgun Gothic" pitchFamily="34" charset="0"/>
                <a:ea typeface="Malgun Gothic" pitchFamily="34" charset="-122"/>
                <a:cs typeface="Malgun Gothic" pitchFamily="34" charset="-120"/>
              </a:rPr>
              <a:t>경로</a:t>
            </a:r>
            <a:r>
              <a:rPr lang="en-US" sz="1300" b="1" dirty="0">
                <a:solidFill>
                  <a:srgbClr val="FFFFFF"/>
                </a:solidFill>
                <a:latin typeface="Malgun Gothic" pitchFamily="34" charset="0"/>
                <a:ea typeface="Malgun Gothic" pitchFamily="34" charset="-122"/>
                <a:cs typeface="Malgun Gothic" pitchFamily="34" charset="-120"/>
              </a:rPr>
              <a:t> (</a:t>
            </a:r>
            <a:r>
              <a:rPr lang="ko-KR" altLang="en-US" sz="1300" b="1" dirty="0">
                <a:solidFill>
                  <a:srgbClr val="FFFFFF"/>
                </a:solidFill>
                <a:latin typeface="Malgun Gothic" pitchFamily="34" charset="0"/>
                <a:ea typeface="Malgun Gothic" pitchFamily="34" charset="-122"/>
                <a:cs typeface="Malgun Gothic" pitchFamily="34" charset="-120"/>
              </a:rPr>
              <a:t>이번 시간</a:t>
            </a: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0" name="Text 18"/>
          <p:cNvSpPr txBox="1"/>
          <p:nvPr/>
        </p:nvSpPr>
        <p:spPr>
          <a:xfrm>
            <a:off x="9509760" y="3300984"/>
            <a:ext cx="1920240" cy="640080"/>
          </a:xfrm>
          <a:prstGeom prst="rect">
            <a:avLst/>
          </a:prstGeom>
          <a:noFill/>
          <a:ln/>
        </p:spPr>
        <p:txBody>
          <a:bodyPr wrap="square" lIns="0" tIns="0" rIns="0" bIns="0" rtlCol="0" anchor="ctr"/>
          <a:lstStyle/>
          <a:p>
            <a:pPr marL="0" indent="0" algn="l">
              <a:lnSpc>
                <a:spcPct val="130000"/>
              </a:lnSpc>
              <a:buNone/>
            </a:pPr>
            <a:r>
              <a:rPr lang="en-US" sz="1200" dirty="0">
                <a:solidFill>
                  <a:srgbClr val="FFFFFF"/>
                </a:solidFill>
                <a:latin typeface="Malgun Gothic" pitchFamily="34" charset="0"/>
                <a:ea typeface="Malgun Gothic" pitchFamily="34" charset="-122"/>
                <a:cs typeface="Malgun Gothic" pitchFamily="34" charset="-120"/>
              </a:rPr>
              <a:t>멀티홉, 모호한 질문</a:t>
            </a:r>
            <a:endParaRPr lang="en-US" sz="1200" dirty="0"/>
          </a:p>
        </p:txBody>
      </p:sp>
      <p:sp>
        <p:nvSpPr>
          <p:cNvPr id="21" name="Shape 19"/>
          <p:cNvSpPr/>
          <p:nvPr/>
        </p:nvSpPr>
        <p:spPr>
          <a:xfrm>
            <a:off x="5532120" y="2971800"/>
            <a:ext cx="822960" cy="649224"/>
          </a:xfrm>
          <a:prstGeom prst="line">
            <a:avLst/>
          </a:prstGeom>
          <a:noFill/>
          <a:ln w="22225">
            <a:solidFill>
              <a:srgbClr val="FFD733"/>
            </a:solidFill>
            <a:prstDash val="solid"/>
            <a:tailEnd type="triangle"/>
          </a:ln>
        </p:spPr>
      </p:sp>
      <p:sp>
        <p:nvSpPr>
          <p:cNvPr id="22" name="Shape 20"/>
          <p:cNvSpPr/>
          <p:nvPr/>
        </p:nvSpPr>
        <p:spPr>
          <a:xfrm>
            <a:off x="6400800" y="4105656"/>
            <a:ext cx="5120640" cy="640080"/>
          </a:xfrm>
          <a:prstGeom prst="roundRect">
            <a:avLst>
              <a:gd name="adj" fmla="val 11429"/>
            </a:avLst>
          </a:prstGeom>
          <a:solidFill>
            <a:srgbClr val="1D1D1D"/>
          </a:solidFill>
          <a:ln w="9525">
            <a:solidFill>
              <a:srgbClr val="3C3C3C"/>
            </a:solidFill>
            <a:prstDash val="solid"/>
          </a:ln>
        </p:spPr>
      </p:sp>
      <p:sp>
        <p:nvSpPr>
          <p:cNvPr id="23" name="Text 21"/>
          <p:cNvSpPr txBox="1"/>
          <p:nvPr/>
        </p:nvSpPr>
        <p:spPr>
          <a:xfrm>
            <a:off x="6583680" y="4105656"/>
            <a:ext cx="2926080" cy="640080"/>
          </a:xfrm>
          <a:prstGeom prst="rect">
            <a:avLst/>
          </a:prstGeom>
          <a:noFill/>
          <a:ln/>
        </p:spPr>
        <p:txBody>
          <a:bodyPr wrap="square" lIns="0" tIns="0" rIns="0" bIns="0" rtlCol="0" anchor="ctr"/>
          <a:lstStyle/>
          <a:p>
            <a:pPr marL="0" indent="0" algn="l">
              <a:lnSpc>
                <a:spcPct val="130000"/>
              </a:lnSpc>
              <a:buNone/>
            </a:pPr>
            <a:r>
              <a:rPr lang="en-US" sz="1300" b="1" dirty="0">
                <a:solidFill>
                  <a:srgbClr val="FFFFFF"/>
                </a:solidFill>
                <a:latin typeface="Malgun Gothic" pitchFamily="34" charset="0"/>
                <a:ea typeface="Malgun Gothic" pitchFamily="34" charset="-122"/>
                <a:cs typeface="Malgun Gothic" pitchFamily="34" charset="-120"/>
              </a:rPr>
              <a:t>다른 검색기</a:t>
            </a:r>
            <a:endParaRPr lang="en-US" sz="1300" dirty="0"/>
          </a:p>
        </p:txBody>
      </p:sp>
      <p:sp>
        <p:nvSpPr>
          <p:cNvPr id="24" name="Text 22"/>
          <p:cNvSpPr txBox="1"/>
          <p:nvPr/>
        </p:nvSpPr>
        <p:spPr>
          <a:xfrm>
            <a:off x="9509760" y="4105656"/>
            <a:ext cx="1920240" cy="640080"/>
          </a:xfrm>
          <a:prstGeom prst="rect">
            <a:avLst/>
          </a:prstGeom>
          <a:noFill/>
          <a:ln/>
        </p:spPr>
        <p:txBody>
          <a:bodyPr wrap="square" lIns="0" tIns="0" rIns="0" bIns="0" rtlCol="0" anchor="ctr"/>
          <a:lstStyle/>
          <a:p>
            <a:pPr marL="0" indent="0" algn="l">
              <a:lnSpc>
                <a:spcPct val="130000"/>
              </a:lnSpc>
              <a:buNone/>
            </a:pPr>
            <a:r>
              <a:rPr lang="en-US" sz="1200" dirty="0">
                <a:solidFill>
                  <a:srgbClr val="FFFFFF"/>
                </a:solidFill>
                <a:latin typeface="Malgun Gothic" pitchFamily="34" charset="0"/>
                <a:ea typeface="Malgun Gothic" pitchFamily="34" charset="-122"/>
                <a:cs typeface="Malgun Gothic" pitchFamily="34" charset="-120"/>
              </a:rPr>
              <a:t>웹 검색, SQL 등</a:t>
            </a:r>
            <a:endParaRPr lang="en-US" sz="1200" dirty="0"/>
          </a:p>
        </p:txBody>
      </p:sp>
      <p:sp>
        <p:nvSpPr>
          <p:cNvPr id="25" name="Shape 23"/>
          <p:cNvSpPr/>
          <p:nvPr/>
        </p:nvSpPr>
        <p:spPr>
          <a:xfrm>
            <a:off x="5532120" y="2971800"/>
            <a:ext cx="822960" cy="1453896"/>
          </a:xfrm>
          <a:prstGeom prst="line">
            <a:avLst/>
          </a:prstGeom>
          <a:noFill/>
          <a:ln w="22225">
            <a:solidFill>
              <a:srgbClr val="FFD733"/>
            </a:solidFill>
            <a:prstDash val="solid"/>
            <a:tailEnd type="triangle"/>
          </a:ln>
        </p:spPr>
      </p:sp>
      <p:sp>
        <p:nvSpPr>
          <p:cNvPr id="26" name="Text 24"/>
          <p:cNvSpPr txBox="1"/>
          <p:nvPr/>
        </p:nvSpPr>
        <p:spPr>
          <a:xfrm>
            <a:off x="640080" y="4983480"/>
            <a:ext cx="10881360" cy="1645920"/>
          </a:xfrm>
          <a:prstGeom prst="rect">
            <a:avLst/>
          </a:prstGeom>
          <a:noFill/>
          <a:ln/>
        </p:spPr>
        <p:txBody>
          <a:bodyPr wrap="square" lIns="0" tIns="0" rIns="0" bIns="0" rtlCol="0" anchor="t"/>
          <a:lstStyle/>
          <a:p>
            <a:pPr marL="228600" indent="-228600" algn="l">
              <a:lnSpc>
                <a:spcPct val="135000"/>
              </a:lnSpc>
              <a:spcAft>
                <a:spcPts val="5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쉬운 질문까지 에이전틱 경로로 보내면 시간과 토큰만 늘어남. 질문 난이도에 따라 경로를 나누는 </a:t>
            </a:r>
            <a:r>
              <a:rPr lang="en-US" sz="1350" dirty="0" err="1">
                <a:solidFill>
                  <a:srgbClr val="FFFFFF"/>
                </a:solidFill>
                <a:latin typeface="Malgun Gothic" pitchFamily="34" charset="0"/>
                <a:ea typeface="Malgun Gothic" pitchFamily="34" charset="-122"/>
                <a:cs typeface="Malgun Gothic" pitchFamily="34" charset="-120"/>
              </a:rPr>
              <a:t>방식이</a:t>
            </a:r>
            <a:r>
              <a:rPr lang="en-US" sz="1350" dirty="0">
                <a:solidFill>
                  <a:srgbClr val="FFFFFF"/>
                </a:solidFill>
                <a:latin typeface="Malgun Gothic" pitchFamily="34" charset="0"/>
                <a:ea typeface="Malgun Gothic" pitchFamily="34" charset="-122"/>
                <a:cs typeface="Malgun Gothic" pitchFamily="34" charset="-120"/>
              </a:rPr>
              <a:t> Adaptive-RAG</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1">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구성 요소 ④ — 근거 검증(groundedness check)</a:t>
            </a:r>
            <a:endParaRPr lang="en-US" sz="2800" dirty="0"/>
          </a:p>
        </p:txBody>
      </p:sp>
      <p:sp>
        <p:nvSpPr>
          <p:cNvPr id="3" name="Text 1"/>
          <p:cNvSpPr txBox="1"/>
          <p:nvPr/>
        </p:nvSpPr>
        <p:spPr>
          <a:xfrm>
            <a:off x="640080" y="1170432"/>
            <a:ext cx="10881360" cy="329184"/>
          </a:xfrm>
          <a:prstGeom prst="rect">
            <a:avLst/>
          </a:prstGeom>
          <a:noFill/>
          <a:ln/>
        </p:spPr>
        <p:txBody>
          <a:bodyPr wrap="square" lIns="0" tIns="0" rIns="0" bIns="0" rtlCol="0" anchor="ctr"/>
          <a:lstStyle/>
          <a:p>
            <a:pPr marL="0" indent="0" algn="l">
              <a:lnSpc>
                <a:spcPct val="130000"/>
              </a:lnSpc>
              <a:buNone/>
            </a:pPr>
            <a:r>
              <a:rPr lang="en-US" sz="1400" dirty="0">
                <a:solidFill>
                  <a:srgbClr val="FFFFFF"/>
                </a:solidFill>
                <a:latin typeface="Malgun Gothic" pitchFamily="34" charset="0"/>
                <a:ea typeface="Malgun Gothic" pitchFamily="34" charset="-122"/>
                <a:cs typeface="Malgun Gothic" pitchFamily="34" charset="-120"/>
              </a:rPr>
              <a:t>생성된 답변의 각 주장이 검색된 청크에 실제로 근거하는지 판정하는 단계. 판정도 LLM에게 맡김(LLM-as-a-judge)¹</a:t>
            </a:r>
            <a:endParaRPr lang="en-US" sz="1400" dirty="0"/>
          </a:p>
        </p:txBody>
      </p:sp>
      <p:sp>
        <p:nvSpPr>
          <p:cNvPr id="4" name="Shape 2"/>
          <p:cNvSpPr/>
          <p:nvPr/>
        </p:nvSpPr>
        <p:spPr>
          <a:xfrm>
            <a:off x="640080" y="1783080"/>
            <a:ext cx="2103120" cy="1143000"/>
          </a:xfrm>
          <a:prstGeom prst="roundRect">
            <a:avLst>
              <a:gd name="adj" fmla="val 6400"/>
            </a:avLst>
          </a:prstGeom>
          <a:solidFill>
            <a:srgbClr val="1D1D1D"/>
          </a:solidFill>
          <a:ln w="9525">
            <a:solidFill>
              <a:srgbClr val="3C3C3C"/>
            </a:solidFill>
            <a:prstDash val="solid"/>
          </a:ln>
        </p:spPr>
      </p:sp>
      <p:sp>
        <p:nvSpPr>
          <p:cNvPr id="5" name="Text 3"/>
          <p:cNvSpPr txBox="1"/>
          <p:nvPr/>
        </p:nvSpPr>
        <p:spPr>
          <a:xfrm>
            <a:off x="713232" y="1892808"/>
            <a:ext cx="1956816" cy="480060"/>
          </a:xfrm>
          <a:prstGeom prst="rect">
            <a:avLst/>
          </a:prstGeom>
          <a:noFill/>
          <a:ln/>
        </p:spPr>
        <p:txBody>
          <a:bodyPr wrap="square" lIns="0" tIns="0" rIns="0" bIns="0" rtlCol="0" anchor="ctr"/>
          <a:lstStyle/>
          <a:p>
            <a:pPr marL="0" indent="0" algn="ctr">
              <a:lnSpc>
                <a:spcPct val="130000"/>
              </a:lnSpc>
              <a:buNone/>
            </a:pPr>
            <a:r>
              <a:rPr lang="en-US" sz="1500" b="1" dirty="0">
                <a:solidFill>
                  <a:srgbClr val="FFFFFF"/>
                </a:solidFill>
                <a:latin typeface="Malgun Gothic" pitchFamily="34" charset="0"/>
                <a:ea typeface="Malgun Gothic" pitchFamily="34" charset="-122"/>
                <a:cs typeface="Malgun Gothic" pitchFamily="34" charset="-120"/>
              </a:rPr>
              <a:t>답변 초안</a:t>
            </a:r>
            <a:endParaRPr lang="en-US" sz="1500" dirty="0"/>
          </a:p>
        </p:txBody>
      </p:sp>
      <p:sp>
        <p:nvSpPr>
          <p:cNvPr id="6" name="Text 4"/>
          <p:cNvSpPr txBox="1"/>
          <p:nvPr/>
        </p:nvSpPr>
        <p:spPr>
          <a:xfrm>
            <a:off x="713232" y="2354580"/>
            <a:ext cx="1956816" cy="480060"/>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 번호 붙인 청크</a:t>
            </a:r>
            <a:endParaRPr lang="en-US" sz="1200" dirty="0"/>
          </a:p>
        </p:txBody>
      </p:sp>
      <p:sp>
        <p:nvSpPr>
          <p:cNvPr id="7" name="Shape 5"/>
          <p:cNvSpPr/>
          <p:nvPr/>
        </p:nvSpPr>
        <p:spPr>
          <a:xfrm>
            <a:off x="2788920" y="2354580"/>
            <a:ext cx="502920" cy="0"/>
          </a:xfrm>
          <a:prstGeom prst="line">
            <a:avLst/>
          </a:prstGeom>
          <a:noFill/>
          <a:ln w="22225">
            <a:solidFill>
              <a:srgbClr val="FFD733"/>
            </a:solidFill>
            <a:prstDash val="solid"/>
            <a:tailEnd type="triangle"/>
          </a:ln>
        </p:spPr>
      </p:sp>
      <p:sp>
        <p:nvSpPr>
          <p:cNvPr id="8" name="Shape 6"/>
          <p:cNvSpPr/>
          <p:nvPr/>
        </p:nvSpPr>
        <p:spPr>
          <a:xfrm>
            <a:off x="3337560" y="1783080"/>
            <a:ext cx="2468880" cy="1143000"/>
          </a:xfrm>
          <a:prstGeom prst="roundRect">
            <a:avLst>
              <a:gd name="adj" fmla="val 6400"/>
            </a:avLst>
          </a:prstGeom>
          <a:solidFill>
            <a:srgbClr val="262626"/>
          </a:solidFill>
          <a:ln w="19050">
            <a:solidFill>
              <a:srgbClr val="FFD733"/>
            </a:solidFill>
            <a:prstDash val="solid"/>
          </a:ln>
        </p:spPr>
      </p:sp>
      <p:sp>
        <p:nvSpPr>
          <p:cNvPr id="9" name="Text 7"/>
          <p:cNvSpPr txBox="1"/>
          <p:nvPr/>
        </p:nvSpPr>
        <p:spPr>
          <a:xfrm>
            <a:off x="3410712" y="1892808"/>
            <a:ext cx="2322576" cy="480060"/>
          </a:xfrm>
          <a:prstGeom prst="rect">
            <a:avLst/>
          </a:prstGeom>
          <a:noFill/>
          <a:ln/>
        </p:spPr>
        <p:txBody>
          <a:bodyPr wrap="square" lIns="0" tIns="0" rIns="0" bIns="0" rtlCol="0" anchor="ctr"/>
          <a:lstStyle/>
          <a:p>
            <a:pPr marL="0" indent="0" algn="ctr">
              <a:lnSpc>
                <a:spcPct val="130000"/>
              </a:lnSpc>
              <a:buNone/>
            </a:pPr>
            <a:r>
              <a:rPr lang="en-US" sz="1350" b="1" dirty="0">
                <a:solidFill>
                  <a:srgbClr val="FFFFFF"/>
                </a:solidFill>
                <a:latin typeface="Malgun Gothic" pitchFamily="34" charset="0"/>
                <a:ea typeface="Malgun Gothic" pitchFamily="34" charset="-122"/>
                <a:cs typeface="Malgun Gothic" pitchFamily="34" charset="-120"/>
              </a:rPr>
              <a:t>주장(claim)² 단위로 나눔</a:t>
            </a:r>
            <a:endParaRPr lang="en-US" sz="1350" dirty="0"/>
          </a:p>
        </p:txBody>
      </p:sp>
      <p:sp>
        <p:nvSpPr>
          <p:cNvPr id="10" name="Text 8"/>
          <p:cNvSpPr txBox="1"/>
          <p:nvPr/>
        </p:nvSpPr>
        <p:spPr>
          <a:xfrm>
            <a:off x="3410712" y="2354580"/>
            <a:ext cx="2322576" cy="480060"/>
          </a:xfrm>
          <a:prstGeom prst="rect">
            <a:avLst/>
          </a:prstGeom>
          <a:noFill/>
          <a:ln/>
        </p:spPr>
        <p:txBody>
          <a:bodyPr wrap="square" lIns="0" tIns="0" rIns="0" bIns="0" rtlCol="0" anchor="ctr"/>
          <a:lstStyle/>
          <a:p>
            <a:pPr marL="0" indent="0" algn="ctr">
              <a:lnSpc>
                <a:spcPct val="115000"/>
              </a:lnSpc>
              <a:buNone/>
            </a:pPr>
            <a:r>
              <a:rPr lang="en-US" sz="1150" dirty="0">
                <a:solidFill>
                  <a:srgbClr val="FFFFFF"/>
                </a:solidFill>
                <a:latin typeface="Malgun Gothic" pitchFamily="34" charset="0"/>
                <a:ea typeface="Malgun Gothic" pitchFamily="34" charset="-122"/>
                <a:cs typeface="Malgun Gothic" pitchFamily="34" charset="-120"/>
              </a:rPr>
              <a:t>한 문장에 주장이 여러 개일 수 있음</a:t>
            </a:r>
            <a:endParaRPr lang="en-US" sz="1150" dirty="0"/>
          </a:p>
        </p:txBody>
      </p:sp>
      <p:sp>
        <p:nvSpPr>
          <p:cNvPr id="11" name="Shape 9"/>
          <p:cNvSpPr/>
          <p:nvPr/>
        </p:nvSpPr>
        <p:spPr>
          <a:xfrm>
            <a:off x="5852160" y="2354580"/>
            <a:ext cx="502920" cy="0"/>
          </a:xfrm>
          <a:prstGeom prst="line">
            <a:avLst/>
          </a:prstGeom>
          <a:noFill/>
          <a:ln w="22225">
            <a:solidFill>
              <a:srgbClr val="FFD733"/>
            </a:solidFill>
            <a:prstDash val="solid"/>
            <a:tailEnd type="triangle"/>
          </a:ln>
        </p:spPr>
      </p:sp>
      <p:sp>
        <p:nvSpPr>
          <p:cNvPr id="12" name="Shape 10"/>
          <p:cNvSpPr/>
          <p:nvPr/>
        </p:nvSpPr>
        <p:spPr>
          <a:xfrm>
            <a:off x="6400800" y="1783080"/>
            <a:ext cx="2286000" cy="1143000"/>
          </a:xfrm>
          <a:prstGeom prst="roundRect">
            <a:avLst>
              <a:gd name="adj" fmla="val 6400"/>
            </a:avLst>
          </a:prstGeom>
          <a:solidFill>
            <a:srgbClr val="262626"/>
          </a:solidFill>
          <a:ln w="19050">
            <a:solidFill>
              <a:srgbClr val="FFD733"/>
            </a:solidFill>
            <a:prstDash val="solid"/>
          </a:ln>
        </p:spPr>
      </p:sp>
      <p:sp>
        <p:nvSpPr>
          <p:cNvPr id="13" name="Text 11"/>
          <p:cNvSpPr txBox="1"/>
          <p:nvPr/>
        </p:nvSpPr>
        <p:spPr>
          <a:xfrm>
            <a:off x="6473952" y="1892808"/>
            <a:ext cx="2139696" cy="480060"/>
          </a:xfrm>
          <a:prstGeom prst="rect">
            <a:avLst/>
          </a:prstGeom>
          <a:noFill/>
          <a:ln/>
        </p:spPr>
        <p:txBody>
          <a:bodyPr wrap="square" lIns="0" tIns="0" rIns="0" bIns="0" rtlCol="0" anchor="ctr"/>
          <a:lstStyle/>
          <a:p>
            <a:pPr marL="0" indent="0" algn="ctr">
              <a:lnSpc>
                <a:spcPct val="130000"/>
              </a:lnSpc>
              <a:buNone/>
            </a:pPr>
            <a:r>
              <a:rPr lang="en-US" sz="1350" b="1" dirty="0">
                <a:solidFill>
                  <a:srgbClr val="FFFFFF"/>
                </a:solidFill>
                <a:latin typeface="Malgun Gothic" pitchFamily="34" charset="0"/>
                <a:ea typeface="Malgun Gothic" pitchFamily="34" charset="-122"/>
                <a:cs typeface="Malgun Gothic" pitchFamily="34" charset="-120"/>
              </a:rPr>
              <a:t>주장마다 청크와 대조</a:t>
            </a:r>
            <a:endParaRPr lang="en-US" sz="1350" dirty="0"/>
          </a:p>
        </p:txBody>
      </p:sp>
      <p:sp>
        <p:nvSpPr>
          <p:cNvPr id="14" name="Text 12"/>
          <p:cNvSpPr txBox="1"/>
          <p:nvPr/>
        </p:nvSpPr>
        <p:spPr>
          <a:xfrm>
            <a:off x="6473952" y="2354580"/>
            <a:ext cx="2139696" cy="480060"/>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이 내용이 청크에 있는가</a:t>
            </a:r>
            <a:endParaRPr lang="en-US" sz="1200" dirty="0"/>
          </a:p>
        </p:txBody>
      </p:sp>
      <p:sp>
        <p:nvSpPr>
          <p:cNvPr id="15" name="Shape 13"/>
          <p:cNvSpPr/>
          <p:nvPr/>
        </p:nvSpPr>
        <p:spPr>
          <a:xfrm flipV="1">
            <a:off x="8732520" y="2057400"/>
            <a:ext cx="502920" cy="297180"/>
          </a:xfrm>
          <a:prstGeom prst="line">
            <a:avLst/>
          </a:prstGeom>
          <a:noFill/>
          <a:ln w="22225">
            <a:solidFill>
              <a:srgbClr val="FFD733"/>
            </a:solidFill>
            <a:prstDash val="solid"/>
            <a:tailEnd type="triangle"/>
          </a:ln>
        </p:spPr>
      </p:sp>
      <p:sp>
        <p:nvSpPr>
          <p:cNvPr id="16" name="Shape 14"/>
          <p:cNvSpPr/>
          <p:nvPr/>
        </p:nvSpPr>
        <p:spPr>
          <a:xfrm>
            <a:off x="8732520" y="2354580"/>
            <a:ext cx="502920" cy="297180"/>
          </a:xfrm>
          <a:prstGeom prst="line">
            <a:avLst/>
          </a:prstGeom>
          <a:noFill/>
          <a:ln w="22225">
            <a:solidFill>
              <a:srgbClr val="FFD733"/>
            </a:solidFill>
            <a:prstDash val="solid"/>
            <a:tailEnd type="triangle"/>
          </a:ln>
        </p:spPr>
      </p:sp>
      <p:sp>
        <p:nvSpPr>
          <p:cNvPr id="17" name="Shape 15"/>
          <p:cNvSpPr/>
          <p:nvPr/>
        </p:nvSpPr>
        <p:spPr>
          <a:xfrm>
            <a:off x="9281160" y="1737360"/>
            <a:ext cx="2240280" cy="548640"/>
          </a:xfrm>
          <a:prstGeom prst="roundRect">
            <a:avLst>
              <a:gd name="adj" fmla="val 13333"/>
            </a:avLst>
          </a:prstGeom>
          <a:solidFill>
            <a:srgbClr val="1D1D1D"/>
          </a:solidFill>
          <a:ln w="9525">
            <a:solidFill>
              <a:srgbClr val="3C3C3C"/>
            </a:solidFill>
            <a:prstDash val="solid"/>
          </a:ln>
        </p:spPr>
      </p:sp>
      <p:sp>
        <p:nvSpPr>
          <p:cNvPr id="18" name="Text 16"/>
          <p:cNvSpPr txBox="1"/>
          <p:nvPr/>
        </p:nvSpPr>
        <p:spPr>
          <a:xfrm>
            <a:off x="9354312" y="1737360"/>
            <a:ext cx="2093976" cy="548640"/>
          </a:xfrm>
          <a:prstGeom prst="rect">
            <a:avLst/>
          </a:prstGeom>
          <a:noFill/>
          <a:ln/>
        </p:spPr>
        <p:txBody>
          <a:bodyPr wrap="square" lIns="0" tIns="0" rIns="0" bIns="0" rtlCol="0" anchor="ctr"/>
          <a:lstStyle/>
          <a:p>
            <a:pPr marL="0" indent="0" algn="ctr">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supported</a:t>
            </a:r>
            <a:endParaRPr lang="en-US" sz="1250" dirty="0"/>
          </a:p>
        </p:txBody>
      </p:sp>
      <p:sp>
        <p:nvSpPr>
          <p:cNvPr id="19" name="Shape 17"/>
          <p:cNvSpPr/>
          <p:nvPr/>
        </p:nvSpPr>
        <p:spPr>
          <a:xfrm>
            <a:off x="9281160" y="2423160"/>
            <a:ext cx="2240280" cy="548640"/>
          </a:xfrm>
          <a:prstGeom prst="roundRect">
            <a:avLst>
              <a:gd name="adj" fmla="val 13333"/>
            </a:avLst>
          </a:prstGeom>
          <a:solidFill>
            <a:srgbClr val="262626"/>
          </a:solidFill>
          <a:ln w="19050">
            <a:solidFill>
              <a:srgbClr val="FFD733"/>
            </a:solidFill>
            <a:prstDash val="solid"/>
          </a:ln>
        </p:spPr>
      </p:sp>
      <p:sp>
        <p:nvSpPr>
          <p:cNvPr id="20" name="Text 18"/>
          <p:cNvSpPr txBox="1"/>
          <p:nvPr/>
        </p:nvSpPr>
        <p:spPr>
          <a:xfrm>
            <a:off x="9354312" y="2423160"/>
            <a:ext cx="2093976" cy="548640"/>
          </a:xfrm>
          <a:prstGeom prst="rect">
            <a:avLst/>
          </a:prstGeom>
          <a:noFill/>
          <a:ln/>
        </p:spPr>
        <p:txBody>
          <a:bodyPr wrap="square" lIns="0" tIns="0" rIns="0" bIns="0" rtlCol="0" anchor="ctr"/>
          <a:lstStyle/>
          <a:p>
            <a:pPr marL="0" indent="0" algn="ctr">
              <a:lnSpc>
                <a:spcPct val="115000"/>
              </a:lnSpc>
              <a:buNone/>
            </a:pPr>
            <a:r>
              <a:rPr lang="en-US" sz="1150" b="1" dirty="0">
                <a:solidFill>
                  <a:srgbClr val="FFFFFF"/>
                </a:solidFill>
                <a:latin typeface="Malgun Gothic" pitchFamily="34" charset="0"/>
                <a:ea typeface="Malgun Gothic" pitchFamily="34" charset="-122"/>
                <a:cs typeface="Malgun Gothic" pitchFamily="34" charset="-120"/>
              </a:rPr>
              <a:t>Unsupported</a:t>
            </a:r>
            <a:endParaRPr lang="en-US" sz="1150" dirty="0"/>
          </a:p>
        </p:txBody>
      </p:sp>
      <p:sp>
        <p:nvSpPr>
          <p:cNvPr id="21" name="Text 19"/>
          <p:cNvSpPr txBox="1"/>
          <p:nvPr/>
        </p:nvSpPr>
        <p:spPr>
          <a:xfrm>
            <a:off x="640080" y="3200400"/>
            <a:ext cx="10881360" cy="2468880"/>
          </a:xfrm>
          <a:prstGeom prst="rect">
            <a:avLst/>
          </a:prstGeom>
          <a:noFill/>
          <a:ln/>
        </p:spPr>
        <p:txBody>
          <a:bodyPr wrap="square" lIns="0" tIns="0" rIns="0" bIns="0" rtlCol="0" anchor="t"/>
          <a:lstStyle/>
          <a:p>
            <a:pPr marL="228600" indent="-228600" algn="l">
              <a:lnSpc>
                <a:spcPct val="135000"/>
              </a:lnSpc>
              <a:spcAft>
                <a:spcPts val="500"/>
              </a:spcAft>
              <a:buSzPct val="100000"/>
              <a:buChar char="•"/>
            </a:pPr>
            <a:r>
              <a:rPr lang="en-US" altLang="ko-KR" sz="1350" b="1" dirty="0">
                <a:solidFill>
                  <a:srgbClr val="FFD733"/>
                </a:solidFill>
                <a:latin typeface="Malgun Gothic" pitchFamily="34" charset="0"/>
                <a:ea typeface="Malgun Gothic" pitchFamily="34" charset="-122"/>
                <a:cs typeface="Malgun Gothic" pitchFamily="34" charset="-120"/>
              </a:rPr>
              <a:t>supported </a:t>
            </a:r>
            <a:r>
              <a:rPr lang="en-US" altLang="ko-KR" sz="1350" b="1" dirty="0">
                <a:solidFill>
                  <a:srgbClr val="FFFFFF"/>
                </a:solidFill>
                <a:latin typeface="Malgun Gothic" pitchFamily="34" charset="0"/>
                <a:ea typeface="Malgun Gothic" pitchFamily="34" charset="-122"/>
                <a:cs typeface="Malgun Gothic" pitchFamily="34" charset="-120"/>
              </a:rPr>
              <a:t>— </a:t>
            </a:r>
            <a:r>
              <a:rPr lang="ko-KR" altLang="en-US" sz="1350" b="1" dirty="0">
                <a:solidFill>
                  <a:srgbClr val="FFFFFF"/>
                </a:solidFill>
                <a:latin typeface="Malgun Gothic" pitchFamily="34" charset="0"/>
                <a:ea typeface="Malgun Gothic" pitchFamily="34" charset="-122"/>
                <a:cs typeface="Malgun Gothic" pitchFamily="34" charset="-120"/>
              </a:rPr>
              <a:t>그 주장이 검색된 </a:t>
            </a:r>
            <a:r>
              <a:rPr lang="ko-KR" altLang="en-US" sz="1350" b="1" dirty="0" err="1">
                <a:solidFill>
                  <a:srgbClr val="FFFFFF"/>
                </a:solidFill>
                <a:latin typeface="Malgun Gothic" pitchFamily="34" charset="0"/>
                <a:ea typeface="Malgun Gothic" pitchFamily="34" charset="-122"/>
                <a:cs typeface="Malgun Gothic" pitchFamily="34" charset="-120"/>
              </a:rPr>
              <a:t>청크</a:t>
            </a:r>
            <a:r>
              <a:rPr lang="ko-KR" altLang="en-US" sz="1350" b="1" dirty="0">
                <a:solidFill>
                  <a:srgbClr val="FFFFFF"/>
                </a:solidFill>
                <a:latin typeface="Malgun Gothic" pitchFamily="34" charset="0"/>
                <a:ea typeface="Malgun Gothic" pitchFamily="34" charset="-122"/>
                <a:cs typeface="Malgun Gothic" pitchFamily="34" charset="-120"/>
              </a:rPr>
              <a:t> 안에 실제로 근거가 있음</a:t>
            </a:r>
            <a:r>
              <a:rPr lang="en-US" altLang="ko-KR" sz="1350" b="1" dirty="0">
                <a:solidFill>
                  <a:srgbClr val="FFFFFF"/>
                </a:solidFill>
                <a:latin typeface="Malgun Gothic" pitchFamily="34" charset="0"/>
                <a:ea typeface="Malgun Gothic" pitchFamily="34" charset="-122"/>
                <a:cs typeface="Malgun Gothic" pitchFamily="34" charset="-120"/>
              </a:rPr>
              <a:t>. </a:t>
            </a:r>
            <a:r>
              <a:rPr lang="ko-KR" altLang="en-US" sz="1350" b="1" dirty="0" err="1">
                <a:solidFill>
                  <a:srgbClr val="FFFFFF"/>
                </a:solidFill>
                <a:latin typeface="Malgun Gothic" pitchFamily="34" charset="0"/>
                <a:ea typeface="Malgun Gothic" pitchFamily="34" charset="-122"/>
                <a:cs typeface="Malgun Gothic" pitchFamily="34" charset="-120"/>
              </a:rPr>
              <a:t>청크</a:t>
            </a:r>
            <a:r>
              <a:rPr lang="ko-KR" altLang="en-US" sz="1350" b="1" dirty="0">
                <a:solidFill>
                  <a:srgbClr val="FFFFFF"/>
                </a:solidFill>
                <a:latin typeface="Malgun Gothic" pitchFamily="34" charset="0"/>
                <a:ea typeface="Malgun Gothic" pitchFamily="34" charset="-122"/>
                <a:cs typeface="Malgun Gothic" pitchFamily="34" charset="-120"/>
              </a:rPr>
              <a:t> 내용만으로 참이라고 확인됨 → 그대로 최종 답에 남김</a:t>
            </a:r>
          </a:p>
          <a:p>
            <a:pPr marL="228600" indent="-228600" algn="l">
              <a:lnSpc>
                <a:spcPct val="135000"/>
              </a:lnSpc>
              <a:spcAft>
                <a:spcPts val="500"/>
              </a:spcAft>
              <a:buSzPct val="100000"/>
              <a:buChar char="•"/>
            </a:pPr>
            <a:r>
              <a:rPr lang="en-US" altLang="ko-KR" sz="1350" b="1" dirty="0">
                <a:solidFill>
                  <a:srgbClr val="FFD733"/>
                </a:solidFill>
                <a:latin typeface="Malgun Gothic" pitchFamily="34" charset="0"/>
                <a:ea typeface="Malgun Gothic" pitchFamily="34" charset="-122"/>
                <a:cs typeface="Malgun Gothic" pitchFamily="34" charset="-120"/>
              </a:rPr>
              <a:t>unsupported </a:t>
            </a:r>
            <a:r>
              <a:rPr lang="en-US" altLang="ko-KR" sz="1350" b="1" dirty="0">
                <a:solidFill>
                  <a:srgbClr val="FFFFFF"/>
                </a:solidFill>
                <a:latin typeface="Malgun Gothic" pitchFamily="34" charset="0"/>
                <a:ea typeface="Malgun Gothic" pitchFamily="34" charset="-122"/>
                <a:cs typeface="Malgun Gothic" pitchFamily="34" charset="-120"/>
              </a:rPr>
              <a:t>— </a:t>
            </a:r>
            <a:r>
              <a:rPr lang="ko-KR" altLang="en-US" sz="1350" b="1" dirty="0" err="1">
                <a:solidFill>
                  <a:srgbClr val="FFFFFF"/>
                </a:solidFill>
                <a:latin typeface="Malgun Gothic" pitchFamily="34" charset="0"/>
                <a:ea typeface="Malgun Gothic" pitchFamily="34" charset="-122"/>
                <a:cs typeface="Malgun Gothic" pitchFamily="34" charset="-120"/>
              </a:rPr>
              <a:t>청크에</a:t>
            </a:r>
            <a:r>
              <a:rPr lang="ko-KR" altLang="en-US" sz="1350" b="1" dirty="0">
                <a:solidFill>
                  <a:srgbClr val="FFFFFF"/>
                </a:solidFill>
                <a:latin typeface="Malgun Gothic" pitchFamily="34" charset="0"/>
                <a:ea typeface="Malgun Gothic" pitchFamily="34" charset="-122"/>
                <a:cs typeface="Malgun Gothic" pitchFamily="34" charset="-120"/>
              </a:rPr>
              <a:t> 근거가 없음</a:t>
            </a:r>
            <a:r>
              <a:rPr lang="en-US" altLang="ko-KR" sz="1350" b="1" dirty="0">
                <a:solidFill>
                  <a:srgbClr val="FFFFFF"/>
                </a:solidFill>
                <a:latin typeface="Malgun Gothic" pitchFamily="34" charset="0"/>
                <a:ea typeface="Malgun Gothic" pitchFamily="34" charset="-122"/>
                <a:cs typeface="Malgun Gothic" pitchFamily="34" charset="-120"/>
              </a:rPr>
              <a:t>. </a:t>
            </a:r>
            <a:r>
              <a:rPr lang="ko-KR" altLang="en-US" sz="1350" b="1" dirty="0">
                <a:solidFill>
                  <a:srgbClr val="FFFFFF"/>
                </a:solidFill>
                <a:latin typeface="Malgun Gothic" pitchFamily="34" charset="0"/>
                <a:ea typeface="Malgun Gothic" pitchFamily="34" charset="-122"/>
                <a:cs typeface="Malgun Gothic" pitchFamily="34" charset="-120"/>
              </a:rPr>
              <a:t>틀렸다는 뜻이 아니라 </a:t>
            </a:r>
            <a:r>
              <a:rPr lang="en-US" altLang="ko-KR" sz="1350" b="1" dirty="0">
                <a:solidFill>
                  <a:srgbClr val="FFFFFF"/>
                </a:solidFill>
                <a:latin typeface="Malgun Gothic" pitchFamily="34" charset="0"/>
                <a:ea typeface="Malgun Gothic" pitchFamily="34" charset="-122"/>
                <a:cs typeface="Malgun Gothic" pitchFamily="34" charset="-120"/>
              </a:rPr>
              <a:t>"</a:t>
            </a:r>
            <a:r>
              <a:rPr lang="ko-KR" altLang="en-US" sz="1350" b="1" dirty="0">
                <a:solidFill>
                  <a:srgbClr val="FFFFFF"/>
                </a:solidFill>
                <a:latin typeface="Malgun Gothic" pitchFamily="34" charset="0"/>
                <a:ea typeface="Malgun Gothic" pitchFamily="34" charset="-122"/>
                <a:cs typeface="Malgun Gothic" pitchFamily="34" charset="-120"/>
              </a:rPr>
              <a:t>주어진 근거로는 확인 불가</a:t>
            </a:r>
            <a:r>
              <a:rPr lang="en-US" altLang="ko-KR" sz="1350" b="1" dirty="0">
                <a:solidFill>
                  <a:srgbClr val="FFFFFF"/>
                </a:solidFill>
                <a:latin typeface="Malgun Gothic" pitchFamily="34" charset="0"/>
                <a:ea typeface="Malgun Gothic" pitchFamily="34" charset="-122"/>
                <a:cs typeface="Malgun Gothic" pitchFamily="34" charset="-120"/>
              </a:rPr>
              <a:t>"</a:t>
            </a:r>
            <a:r>
              <a:rPr lang="ko-KR" altLang="en-US" sz="1350" b="1" dirty="0">
                <a:solidFill>
                  <a:srgbClr val="FFFFFF"/>
                </a:solidFill>
                <a:latin typeface="Malgun Gothic" pitchFamily="34" charset="0"/>
                <a:ea typeface="Malgun Gothic" pitchFamily="34" charset="-122"/>
                <a:cs typeface="Malgun Gothic" pitchFamily="34" charset="-120"/>
              </a:rPr>
              <a:t>라는 뜻</a:t>
            </a:r>
            <a:endParaRPr lang="en-US" sz="1350" b="1" dirty="0">
              <a:solidFill>
                <a:srgbClr val="FFFFFF"/>
              </a:solidFill>
              <a:latin typeface="Malgun Gothic" pitchFamily="34" charset="0"/>
              <a:ea typeface="Malgun Gothic" pitchFamily="34" charset="-122"/>
              <a:cs typeface="Malgun Gothic" pitchFamily="34" charset="-120"/>
            </a:endParaRPr>
          </a:p>
          <a:p>
            <a:pPr marL="228600" indent="-228600" algn="l">
              <a:lnSpc>
                <a:spcPct val="135000"/>
              </a:lnSpc>
              <a:spcAft>
                <a:spcPts val="500"/>
              </a:spcAft>
              <a:buSzPct val="100000"/>
              <a:buChar char="•"/>
            </a:pPr>
            <a:endParaRPr lang="en-US" sz="1350" b="1" dirty="0">
              <a:solidFill>
                <a:srgbClr val="FFFFFF"/>
              </a:solidFill>
              <a:latin typeface="Malgun Gothic" pitchFamily="34" charset="0"/>
              <a:ea typeface="Malgun Gothic" pitchFamily="34" charset="-122"/>
              <a:cs typeface="Malgun Gothic" pitchFamily="34" charset="-120"/>
            </a:endParaRPr>
          </a:p>
          <a:p>
            <a:pPr marL="228600" indent="-228600" algn="l">
              <a:lnSpc>
                <a:spcPct val="135000"/>
              </a:lnSpc>
              <a:spcAft>
                <a:spcPts val="500"/>
              </a:spcAft>
              <a:buSzPct val="100000"/>
              <a:buChar char="•"/>
            </a:pPr>
            <a:r>
              <a:rPr lang="en-US" sz="1350" b="1" dirty="0" err="1">
                <a:solidFill>
                  <a:srgbClr val="FFFFFF"/>
                </a:solidFill>
                <a:latin typeface="Malgun Gothic" pitchFamily="34" charset="0"/>
                <a:ea typeface="Malgun Gothic" pitchFamily="34" charset="-122"/>
                <a:cs typeface="Malgun Gothic" pitchFamily="34" charset="-120"/>
              </a:rPr>
              <a:t>판정</a:t>
            </a:r>
            <a:r>
              <a:rPr lang="en-US" sz="1350" b="1" dirty="0">
                <a:solidFill>
                  <a:srgbClr val="FFFFFF"/>
                </a:solidFill>
                <a:latin typeface="Malgun Gothic" pitchFamily="34" charset="0"/>
                <a:ea typeface="Malgun Gothic" pitchFamily="34" charset="-122"/>
                <a:cs typeface="Malgun Gothic" pitchFamily="34" charset="-120"/>
              </a:rPr>
              <a:t> 단위를 작게 나누는 이유: </a:t>
            </a:r>
            <a:r>
              <a:rPr lang="en-US" sz="1350" dirty="0">
                <a:solidFill>
                  <a:srgbClr val="FFFFFF"/>
                </a:solidFill>
                <a:latin typeface="Malgun Gothic" pitchFamily="34" charset="0"/>
                <a:ea typeface="Malgun Gothic" pitchFamily="34" charset="-122"/>
                <a:cs typeface="Malgun Gothic" pitchFamily="34" charset="-120"/>
              </a:rPr>
              <a:t>문장 전체를 한 번에 판정하면 일부만 근거가 있어도 "대체로 맞음"으로 넘어가기 쉬움. 주장 하나씩 판정하면 빠진 </a:t>
            </a:r>
            <a:r>
              <a:rPr lang="en-US" sz="1350" dirty="0" err="1">
                <a:solidFill>
                  <a:srgbClr val="FFFFFF"/>
                </a:solidFill>
                <a:latin typeface="Malgun Gothic" pitchFamily="34" charset="0"/>
                <a:ea typeface="Malgun Gothic" pitchFamily="34" charset="-122"/>
                <a:cs typeface="Malgun Gothic" pitchFamily="34" charset="-120"/>
              </a:rPr>
              <a:t>부분이</a:t>
            </a:r>
            <a:r>
              <a:rPr lang="en-US" sz="1350" dirty="0">
                <a:solidFill>
                  <a:srgbClr val="FFFFFF"/>
                </a:solidFill>
                <a:latin typeface="Malgun Gothic" pitchFamily="34" charset="0"/>
                <a:ea typeface="Malgun Gothic" pitchFamily="34" charset="-122"/>
                <a:cs typeface="Malgun Gothic" pitchFamily="34" charset="-120"/>
              </a:rPr>
              <a:t> </a:t>
            </a:r>
            <a:r>
              <a:rPr lang="en-US" sz="1350" dirty="0" err="1">
                <a:solidFill>
                  <a:srgbClr val="FFFFFF"/>
                </a:solidFill>
                <a:latin typeface="Malgun Gothic" pitchFamily="34" charset="0"/>
                <a:ea typeface="Malgun Gothic" pitchFamily="34" charset="-122"/>
                <a:cs typeface="Malgun Gothic" pitchFamily="34" charset="-120"/>
              </a:rPr>
              <a:t>드러남</a:t>
            </a:r>
            <a:endParaRPr lang="en-US" sz="1350" dirty="0"/>
          </a:p>
        </p:txBody>
      </p:sp>
      <p:sp>
        <p:nvSpPr>
          <p:cNvPr id="22" name="Shape 20"/>
          <p:cNvSpPr/>
          <p:nvPr/>
        </p:nvSpPr>
        <p:spPr>
          <a:xfrm>
            <a:off x="640080" y="5852160"/>
            <a:ext cx="10881360" cy="0"/>
          </a:xfrm>
          <a:prstGeom prst="line">
            <a:avLst/>
          </a:prstGeom>
          <a:noFill/>
          <a:ln w="9525">
            <a:solidFill>
              <a:srgbClr val="8A7A2A"/>
            </a:solidFill>
            <a:prstDash val="solid"/>
          </a:ln>
        </p:spPr>
      </p:sp>
      <p:sp>
        <p:nvSpPr>
          <p:cNvPr id="23" name="Text 21"/>
          <p:cNvSpPr txBox="1"/>
          <p:nvPr/>
        </p:nvSpPr>
        <p:spPr>
          <a:xfrm>
            <a:off x="640080" y="5916168"/>
            <a:ext cx="10881360" cy="868680"/>
          </a:xfrm>
          <a:prstGeom prst="rect">
            <a:avLst/>
          </a:prstGeom>
          <a:noFill/>
          <a:ln/>
        </p:spPr>
        <p:txBody>
          <a:bodyPr wrap="square" lIns="0" tIns="0" rIns="0" bIns="0" rtlCol="0" anchor="t"/>
          <a:lstStyle/>
          <a:p>
            <a:pPr marL="0" indent="0" algn="l">
              <a:lnSpc>
                <a:spcPct val="130000"/>
              </a:lnSpc>
              <a:buNone/>
            </a:pPr>
            <a:r>
              <a:rPr lang="en-US" sz="1050" b="1" dirty="0">
                <a:solidFill>
                  <a:srgbClr val="FFD733"/>
                </a:solidFill>
                <a:latin typeface="Malgun Gothic" pitchFamily="34" charset="0"/>
                <a:ea typeface="Malgun Gothic" pitchFamily="34" charset="-122"/>
                <a:cs typeface="Malgun Gothic" pitchFamily="34" charset="-120"/>
              </a:rPr>
              <a:t>¹ LLM-as-a-judge  </a:t>
            </a:r>
            <a:r>
              <a:rPr lang="en-US" sz="1050" dirty="0">
                <a:solidFill>
                  <a:srgbClr val="FFFFFF"/>
                </a:solidFill>
                <a:latin typeface="Malgun Gothic" pitchFamily="34" charset="0"/>
                <a:ea typeface="Malgun Gothic" pitchFamily="34" charset="-122"/>
                <a:cs typeface="Malgun Gothic" pitchFamily="34" charset="-120"/>
              </a:rPr>
              <a:t>사람 대신 LLM에게 채점·판정을 맡기는 방식. </a:t>
            </a:r>
            <a:r>
              <a:rPr lang="en-US" sz="1050" dirty="0" err="1">
                <a:solidFill>
                  <a:srgbClr val="FFFFFF"/>
                </a:solidFill>
                <a:latin typeface="Malgun Gothic" pitchFamily="34" charset="0"/>
                <a:ea typeface="Malgun Gothic" pitchFamily="34" charset="-122"/>
                <a:cs typeface="Malgun Gothic" pitchFamily="34" charset="-120"/>
              </a:rPr>
              <a:t>평가에서도</a:t>
            </a:r>
            <a:r>
              <a:rPr lang="en-US" sz="1050" dirty="0">
                <a:solidFill>
                  <a:srgbClr val="FFFFFF"/>
                </a:solidFill>
                <a:latin typeface="Malgun Gothic" pitchFamily="34" charset="0"/>
                <a:ea typeface="Malgun Gothic" pitchFamily="34" charset="-122"/>
                <a:cs typeface="Malgun Gothic" pitchFamily="34" charset="-120"/>
              </a:rPr>
              <a:t> 같은 방식을 씀    </a:t>
            </a:r>
          </a:p>
          <a:p>
            <a:pPr marL="0" indent="0" algn="l">
              <a:lnSpc>
                <a:spcPct val="130000"/>
              </a:lnSpc>
              <a:buNone/>
            </a:pPr>
            <a:r>
              <a:rPr lang="en-US" sz="1050" b="1" dirty="0">
                <a:solidFill>
                  <a:srgbClr val="FFD733"/>
                </a:solidFill>
                <a:latin typeface="Malgun Gothic" pitchFamily="34" charset="0"/>
                <a:ea typeface="Malgun Gothic" pitchFamily="34" charset="-122"/>
                <a:cs typeface="Malgun Gothic" pitchFamily="34" charset="-120"/>
              </a:rPr>
              <a:t>² 주장(claim)  </a:t>
            </a:r>
            <a:r>
              <a:rPr lang="en-US" sz="1050" dirty="0">
                <a:solidFill>
                  <a:srgbClr val="FFFFFF"/>
                </a:solidFill>
                <a:latin typeface="Malgun Gothic" pitchFamily="34" charset="0"/>
                <a:ea typeface="Malgun Gothic" pitchFamily="34" charset="-122"/>
                <a:cs typeface="Malgun Gothic" pitchFamily="34" charset="-120"/>
              </a:rPr>
              <a:t>참·거짓을 따로 판단할 수 있는 최소 단위의 서술. 연구에서는 atomic claim, atomic fact라고 부름</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2">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구성 요소 ⑤ — 재검색과 반복 상한</a:t>
            </a:r>
            <a:endParaRPr lang="en-US" sz="2800" dirty="0"/>
          </a:p>
        </p:txBody>
      </p:sp>
      <p:sp>
        <p:nvSpPr>
          <p:cNvPr id="3" name="Shape 1"/>
          <p:cNvSpPr/>
          <p:nvPr/>
        </p:nvSpPr>
        <p:spPr>
          <a:xfrm>
            <a:off x="640080" y="1554480"/>
            <a:ext cx="1737360" cy="914400"/>
          </a:xfrm>
          <a:prstGeom prst="roundRect">
            <a:avLst>
              <a:gd name="adj" fmla="val 8000"/>
            </a:avLst>
          </a:prstGeom>
          <a:solidFill>
            <a:srgbClr val="1D1D1D"/>
          </a:solidFill>
          <a:ln w="9525">
            <a:solidFill>
              <a:srgbClr val="3C3C3C"/>
            </a:solidFill>
            <a:prstDash val="solid"/>
          </a:ln>
        </p:spPr>
      </p:sp>
      <p:sp>
        <p:nvSpPr>
          <p:cNvPr id="4" name="Text 2"/>
          <p:cNvSpPr txBox="1"/>
          <p:nvPr/>
        </p:nvSpPr>
        <p:spPr>
          <a:xfrm>
            <a:off x="713232" y="1554480"/>
            <a:ext cx="1591056" cy="91440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근거 검증</a:t>
            </a:r>
            <a:endParaRPr lang="en-US" sz="1350" dirty="0"/>
          </a:p>
        </p:txBody>
      </p:sp>
      <p:sp>
        <p:nvSpPr>
          <p:cNvPr id="5" name="Shape 3"/>
          <p:cNvSpPr/>
          <p:nvPr/>
        </p:nvSpPr>
        <p:spPr>
          <a:xfrm>
            <a:off x="2414016" y="2011680"/>
            <a:ext cx="384048" cy="0"/>
          </a:xfrm>
          <a:prstGeom prst="line">
            <a:avLst/>
          </a:prstGeom>
          <a:noFill/>
          <a:ln w="22225">
            <a:solidFill>
              <a:srgbClr val="FFD733"/>
            </a:solidFill>
            <a:prstDash val="solid"/>
            <a:tailEnd type="triangle"/>
          </a:ln>
        </p:spPr>
      </p:sp>
      <p:sp>
        <p:nvSpPr>
          <p:cNvPr id="6" name="Shape 4"/>
          <p:cNvSpPr/>
          <p:nvPr/>
        </p:nvSpPr>
        <p:spPr>
          <a:xfrm>
            <a:off x="2834640" y="1554480"/>
            <a:ext cx="2194560" cy="914400"/>
          </a:xfrm>
          <a:prstGeom prst="roundRect">
            <a:avLst>
              <a:gd name="adj" fmla="val 8000"/>
            </a:avLst>
          </a:prstGeom>
          <a:solidFill>
            <a:srgbClr val="262626"/>
          </a:solidFill>
          <a:ln w="19050">
            <a:solidFill>
              <a:srgbClr val="FFD733"/>
            </a:solidFill>
            <a:prstDash val="solid"/>
          </a:ln>
        </p:spPr>
      </p:sp>
      <p:sp>
        <p:nvSpPr>
          <p:cNvPr id="7" name="Text 5"/>
          <p:cNvSpPr txBox="1"/>
          <p:nvPr/>
        </p:nvSpPr>
        <p:spPr>
          <a:xfrm>
            <a:off x="2907792" y="1554480"/>
            <a:ext cx="2048256" cy="91440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unsupported </a:t>
            </a:r>
            <a:r>
              <a:rPr lang="ko-KR" altLang="en-US" sz="1350" b="1" dirty="0">
                <a:solidFill>
                  <a:srgbClr val="FFFFFF"/>
                </a:solidFill>
                <a:latin typeface="Malgun Gothic" pitchFamily="34" charset="0"/>
                <a:ea typeface="Malgun Gothic" pitchFamily="34" charset="-122"/>
                <a:cs typeface="Malgun Gothic" pitchFamily="34" charset="-120"/>
              </a:rPr>
              <a:t>인가</a:t>
            </a:r>
            <a:r>
              <a:rPr lang="en-US" sz="1350" b="1" dirty="0">
                <a:solidFill>
                  <a:srgbClr val="FFFFFF"/>
                </a:solidFill>
                <a:latin typeface="Malgun Gothic" pitchFamily="34" charset="0"/>
                <a:ea typeface="Malgun Gothic" pitchFamily="34" charset="-122"/>
                <a:cs typeface="Malgun Gothic" pitchFamily="34" charset="-120"/>
              </a:rPr>
              <a:t>?</a:t>
            </a:r>
            <a:endParaRPr lang="en-US" sz="1350" dirty="0"/>
          </a:p>
        </p:txBody>
      </p:sp>
      <p:sp>
        <p:nvSpPr>
          <p:cNvPr id="8" name="Shape 6"/>
          <p:cNvSpPr/>
          <p:nvPr/>
        </p:nvSpPr>
        <p:spPr>
          <a:xfrm>
            <a:off x="5065776" y="2011680"/>
            <a:ext cx="384048" cy="0"/>
          </a:xfrm>
          <a:prstGeom prst="line">
            <a:avLst/>
          </a:prstGeom>
          <a:noFill/>
          <a:ln w="22225">
            <a:solidFill>
              <a:srgbClr val="FFD733"/>
            </a:solidFill>
            <a:prstDash val="solid"/>
            <a:tailEnd type="triangle"/>
          </a:ln>
        </p:spPr>
      </p:sp>
      <p:sp>
        <p:nvSpPr>
          <p:cNvPr id="9" name="Shape 7"/>
          <p:cNvSpPr/>
          <p:nvPr/>
        </p:nvSpPr>
        <p:spPr>
          <a:xfrm>
            <a:off x="5486400" y="1554480"/>
            <a:ext cx="2286000" cy="914400"/>
          </a:xfrm>
          <a:prstGeom prst="roundRect">
            <a:avLst>
              <a:gd name="adj" fmla="val 8000"/>
            </a:avLst>
          </a:prstGeom>
          <a:solidFill>
            <a:srgbClr val="1D1D1D"/>
          </a:solidFill>
          <a:ln w="9525">
            <a:solidFill>
              <a:srgbClr val="3C3C3C"/>
            </a:solidFill>
            <a:prstDash val="solid"/>
          </a:ln>
        </p:spPr>
      </p:sp>
      <p:sp>
        <p:nvSpPr>
          <p:cNvPr id="10" name="Text 8"/>
          <p:cNvSpPr txBox="1"/>
          <p:nvPr/>
        </p:nvSpPr>
        <p:spPr>
          <a:xfrm>
            <a:off x="5559552" y="1554480"/>
            <a:ext cx="2139696" cy="91440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추가 검색어로 재검색</a:t>
            </a:r>
            <a:endParaRPr lang="en-US" sz="1350" dirty="0"/>
          </a:p>
        </p:txBody>
      </p:sp>
      <p:sp>
        <p:nvSpPr>
          <p:cNvPr id="11" name="Shape 9"/>
          <p:cNvSpPr/>
          <p:nvPr/>
        </p:nvSpPr>
        <p:spPr>
          <a:xfrm>
            <a:off x="7808976" y="2011680"/>
            <a:ext cx="384048" cy="0"/>
          </a:xfrm>
          <a:prstGeom prst="line">
            <a:avLst/>
          </a:prstGeom>
          <a:noFill/>
          <a:ln w="22225">
            <a:solidFill>
              <a:srgbClr val="FFD733"/>
            </a:solidFill>
            <a:prstDash val="solid"/>
            <a:tailEnd type="triangle"/>
          </a:ln>
        </p:spPr>
      </p:sp>
      <p:sp>
        <p:nvSpPr>
          <p:cNvPr id="12" name="Shape 10"/>
          <p:cNvSpPr/>
          <p:nvPr/>
        </p:nvSpPr>
        <p:spPr>
          <a:xfrm>
            <a:off x="8229600" y="1554480"/>
            <a:ext cx="3291840" cy="914400"/>
          </a:xfrm>
          <a:prstGeom prst="roundRect">
            <a:avLst>
              <a:gd name="adj" fmla="val 8000"/>
            </a:avLst>
          </a:prstGeom>
          <a:solidFill>
            <a:srgbClr val="1D1D1D"/>
          </a:solidFill>
          <a:ln w="9525">
            <a:solidFill>
              <a:srgbClr val="3C3C3C"/>
            </a:solidFill>
            <a:prstDash val="solid"/>
          </a:ln>
        </p:spPr>
      </p:sp>
      <p:sp>
        <p:nvSpPr>
          <p:cNvPr id="13" name="Text 11"/>
          <p:cNvSpPr txBox="1"/>
          <p:nvPr/>
        </p:nvSpPr>
        <p:spPr>
          <a:xfrm>
            <a:off x="8302752" y="1554480"/>
            <a:ext cx="3145536" cy="91440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청크 보강 후 답변 재생성</a:t>
            </a:r>
            <a:endParaRPr lang="en-US" sz="1350" dirty="0"/>
          </a:p>
        </p:txBody>
      </p:sp>
      <p:sp>
        <p:nvSpPr>
          <p:cNvPr id="14" name="Text 12"/>
          <p:cNvSpPr txBox="1"/>
          <p:nvPr/>
        </p:nvSpPr>
        <p:spPr>
          <a:xfrm>
            <a:off x="5029200" y="1664208"/>
            <a:ext cx="457200" cy="274320"/>
          </a:xfrm>
          <a:prstGeom prst="rect">
            <a:avLst/>
          </a:prstGeom>
          <a:noFill/>
          <a:ln/>
        </p:spPr>
        <p:txBody>
          <a:bodyPr wrap="square" lIns="0" tIns="0" rIns="0" bIns="0" rtlCol="0" anchor="ctr"/>
          <a:lstStyle/>
          <a:p>
            <a:pPr marL="0" indent="0" algn="ctr">
              <a:lnSpc>
                <a:spcPct val="110000"/>
              </a:lnSpc>
              <a:buNone/>
            </a:pPr>
            <a:r>
              <a:rPr lang="en-US" sz="1050" dirty="0">
                <a:solidFill>
                  <a:srgbClr val="FFD733"/>
                </a:solidFill>
                <a:latin typeface="Malgun Gothic" pitchFamily="34" charset="0"/>
                <a:ea typeface="Malgun Gothic" pitchFamily="34" charset="-122"/>
                <a:cs typeface="Malgun Gothic" pitchFamily="34" charset="-120"/>
              </a:rPr>
              <a:t>예</a:t>
            </a:r>
            <a:endParaRPr lang="en-US" sz="1050" dirty="0"/>
          </a:p>
        </p:txBody>
      </p:sp>
      <p:sp>
        <p:nvSpPr>
          <p:cNvPr id="15" name="Shape 13"/>
          <p:cNvSpPr/>
          <p:nvPr/>
        </p:nvSpPr>
        <p:spPr>
          <a:xfrm>
            <a:off x="3931920" y="2505456"/>
            <a:ext cx="0" cy="649224"/>
          </a:xfrm>
          <a:prstGeom prst="line">
            <a:avLst/>
          </a:prstGeom>
          <a:noFill/>
          <a:ln w="22225">
            <a:solidFill>
              <a:srgbClr val="FFD733"/>
            </a:solidFill>
            <a:prstDash val="solid"/>
            <a:tailEnd type="triangle"/>
          </a:ln>
        </p:spPr>
      </p:sp>
      <p:sp>
        <p:nvSpPr>
          <p:cNvPr id="16" name="Text 14"/>
          <p:cNvSpPr txBox="1"/>
          <p:nvPr/>
        </p:nvSpPr>
        <p:spPr>
          <a:xfrm>
            <a:off x="3977640" y="2651760"/>
            <a:ext cx="731520" cy="274320"/>
          </a:xfrm>
          <a:prstGeom prst="rect">
            <a:avLst/>
          </a:prstGeom>
          <a:noFill/>
          <a:ln/>
        </p:spPr>
        <p:txBody>
          <a:bodyPr wrap="square" lIns="0" tIns="0" rIns="0" bIns="0" rtlCol="0" anchor="ctr"/>
          <a:lstStyle/>
          <a:p>
            <a:pPr marL="0" indent="0" algn="ctr">
              <a:lnSpc>
                <a:spcPct val="110000"/>
              </a:lnSpc>
              <a:buNone/>
            </a:pPr>
            <a:r>
              <a:rPr lang="en-US" sz="1050" dirty="0">
                <a:solidFill>
                  <a:srgbClr val="FFD733"/>
                </a:solidFill>
                <a:latin typeface="Malgun Gothic" pitchFamily="34" charset="0"/>
                <a:ea typeface="Malgun Gothic" pitchFamily="34" charset="-122"/>
                <a:cs typeface="Malgun Gothic" pitchFamily="34" charset="-120"/>
              </a:rPr>
              <a:t>아니오</a:t>
            </a:r>
            <a:endParaRPr lang="en-US" sz="1050" dirty="0"/>
          </a:p>
        </p:txBody>
      </p:sp>
      <p:sp>
        <p:nvSpPr>
          <p:cNvPr id="17" name="Shape 15"/>
          <p:cNvSpPr/>
          <p:nvPr/>
        </p:nvSpPr>
        <p:spPr>
          <a:xfrm>
            <a:off x="2834640" y="3200400"/>
            <a:ext cx="2194560" cy="640080"/>
          </a:xfrm>
          <a:prstGeom prst="roundRect">
            <a:avLst>
              <a:gd name="adj" fmla="val 11429"/>
            </a:avLst>
          </a:prstGeom>
          <a:solidFill>
            <a:srgbClr val="1D1D1D"/>
          </a:solidFill>
          <a:ln w="9525">
            <a:solidFill>
              <a:srgbClr val="3C3C3C"/>
            </a:solidFill>
            <a:prstDash val="solid"/>
          </a:ln>
        </p:spPr>
      </p:sp>
      <p:sp>
        <p:nvSpPr>
          <p:cNvPr id="18" name="Text 16"/>
          <p:cNvSpPr txBox="1"/>
          <p:nvPr/>
        </p:nvSpPr>
        <p:spPr>
          <a:xfrm>
            <a:off x="2907792" y="3200400"/>
            <a:ext cx="2048256" cy="64008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Malgun Gothic" pitchFamily="34" charset="0"/>
                <a:ea typeface="Malgun Gothic" pitchFamily="34" charset="-122"/>
                <a:cs typeface="Malgun Gothic" pitchFamily="34" charset="-120"/>
              </a:rPr>
              <a:t>최종 답 출력</a:t>
            </a:r>
            <a:endParaRPr lang="en-US" sz="1350" dirty="0"/>
          </a:p>
        </p:txBody>
      </p:sp>
      <p:sp>
        <p:nvSpPr>
          <p:cNvPr id="19" name="Shape 17"/>
          <p:cNvSpPr/>
          <p:nvPr/>
        </p:nvSpPr>
        <p:spPr>
          <a:xfrm>
            <a:off x="9875520" y="2505456"/>
            <a:ext cx="0" cy="1014984"/>
          </a:xfrm>
          <a:prstGeom prst="line">
            <a:avLst/>
          </a:prstGeom>
          <a:noFill/>
          <a:ln w="22225">
            <a:solidFill>
              <a:srgbClr val="FFD733"/>
            </a:solidFill>
            <a:prstDash val="solid"/>
            <a:tailEnd type="none"/>
          </a:ln>
        </p:spPr>
      </p:sp>
      <p:sp>
        <p:nvSpPr>
          <p:cNvPr id="20" name="Shape 18"/>
          <p:cNvSpPr/>
          <p:nvPr/>
        </p:nvSpPr>
        <p:spPr>
          <a:xfrm flipH="1">
            <a:off x="5074920" y="3520440"/>
            <a:ext cx="4800600" cy="0"/>
          </a:xfrm>
          <a:prstGeom prst="line">
            <a:avLst/>
          </a:prstGeom>
          <a:noFill/>
          <a:ln w="22225">
            <a:solidFill>
              <a:srgbClr val="FFD733"/>
            </a:solidFill>
            <a:prstDash val="solid"/>
            <a:tailEnd type="triangle"/>
          </a:ln>
        </p:spPr>
      </p:sp>
      <p:sp>
        <p:nvSpPr>
          <p:cNvPr id="21" name="Text 19"/>
          <p:cNvSpPr txBox="1"/>
          <p:nvPr/>
        </p:nvSpPr>
        <p:spPr>
          <a:xfrm>
            <a:off x="5212080" y="3566160"/>
            <a:ext cx="4572000" cy="274320"/>
          </a:xfrm>
          <a:prstGeom prst="rect">
            <a:avLst/>
          </a:prstGeom>
          <a:noFill/>
          <a:ln/>
        </p:spPr>
        <p:txBody>
          <a:bodyPr wrap="square" lIns="0" tIns="0" rIns="0" bIns="0" rtlCol="0" anchor="ctr"/>
          <a:lstStyle/>
          <a:p>
            <a:pPr marL="0" indent="0" algn="ctr">
              <a:lnSpc>
                <a:spcPct val="110000"/>
              </a:lnSpc>
              <a:buNone/>
            </a:pPr>
            <a:r>
              <a:rPr lang="en-US" sz="1050" dirty="0">
                <a:solidFill>
                  <a:srgbClr val="FFD733"/>
                </a:solidFill>
                <a:latin typeface="Malgun Gothic" pitchFamily="34" charset="0"/>
                <a:ea typeface="Malgun Gothic" pitchFamily="34" charset="-122"/>
                <a:cs typeface="Malgun Gothic" pitchFamily="34" charset="-120"/>
              </a:rPr>
              <a:t>재검증 후 출력 (재검색은 다시 하지 않음)</a:t>
            </a:r>
            <a:endParaRPr lang="en-US" sz="1050" dirty="0"/>
          </a:p>
        </p:txBody>
      </p:sp>
      <p:sp>
        <p:nvSpPr>
          <p:cNvPr id="22" name="Text 20"/>
          <p:cNvSpPr txBox="1"/>
          <p:nvPr/>
        </p:nvSpPr>
        <p:spPr>
          <a:xfrm>
            <a:off x="640080" y="4389120"/>
            <a:ext cx="10881360" cy="2148839"/>
          </a:xfrm>
          <a:prstGeom prst="rect">
            <a:avLst/>
          </a:prstGeom>
          <a:noFill/>
          <a:ln/>
        </p:spPr>
        <p:txBody>
          <a:bodyPr wrap="square" lIns="0" tIns="0" rIns="0" bIns="0" rtlCol="0" anchor="t"/>
          <a:lstStyle/>
          <a:p>
            <a:pPr marL="228600" indent="-228600" algn="l">
              <a:lnSpc>
                <a:spcPct val="135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unsupported로 판정된 주장마다 "무엇을 더 찾아야 </a:t>
            </a:r>
            <a:r>
              <a:rPr lang="en-US" sz="1350" dirty="0" err="1">
                <a:solidFill>
                  <a:srgbClr val="FFFFFF"/>
                </a:solidFill>
                <a:latin typeface="Malgun Gothic" pitchFamily="34" charset="0"/>
                <a:ea typeface="Malgun Gothic" pitchFamily="34" charset="-122"/>
                <a:cs typeface="Malgun Gothic" pitchFamily="34" charset="-120"/>
              </a:rPr>
              <a:t>하는지"를</a:t>
            </a:r>
            <a:r>
              <a:rPr lang="en-US" sz="1350" dirty="0">
                <a:solidFill>
                  <a:srgbClr val="FFFFFF"/>
                </a:solidFill>
                <a:latin typeface="Malgun Gothic" pitchFamily="34" charset="0"/>
                <a:ea typeface="Malgun Gothic" pitchFamily="34" charset="-122"/>
                <a:cs typeface="Malgun Gothic" pitchFamily="34" charset="-120"/>
              </a:rPr>
              <a:t> </a:t>
            </a:r>
            <a:r>
              <a:rPr lang="en-US" sz="1350" dirty="0" err="1">
                <a:solidFill>
                  <a:srgbClr val="FFFFFF"/>
                </a:solidFill>
                <a:latin typeface="Malgun Gothic" pitchFamily="34" charset="0"/>
                <a:ea typeface="Malgun Gothic" pitchFamily="34" charset="-122"/>
                <a:cs typeface="Malgun Gothic" pitchFamily="34" charset="-120"/>
              </a:rPr>
              <a:t>검색어로</a:t>
            </a:r>
            <a:r>
              <a:rPr lang="en-US" sz="1350" dirty="0">
                <a:solidFill>
                  <a:srgbClr val="FFFFFF"/>
                </a:solidFill>
                <a:latin typeface="Malgun Gothic" pitchFamily="34" charset="0"/>
                <a:ea typeface="Malgun Gothic" pitchFamily="34" charset="-122"/>
                <a:cs typeface="Malgun Gothic" pitchFamily="34" charset="-120"/>
              </a:rPr>
              <a:t> 받아 다시 검색함. </a:t>
            </a:r>
            <a:endParaRPr lang="en-US" sz="1350" dirty="0"/>
          </a:p>
          <a:p>
            <a:pPr marL="228600" indent="-228600" algn="l">
              <a:lnSpc>
                <a:spcPct val="135000"/>
              </a:lnSpc>
              <a:spcAft>
                <a:spcPts val="600"/>
              </a:spcAft>
              <a:buSzPct val="100000"/>
              <a:buChar char="•"/>
            </a:pPr>
            <a:r>
              <a:rPr lang="en-US" sz="1350" b="1" dirty="0">
                <a:solidFill>
                  <a:srgbClr val="FFD733"/>
                </a:solidFill>
                <a:latin typeface="Malgun Gothic" pitchFamily="34" charset="0"/>
                <a:ea typeface="Malgun Gothic" pitchFamily="34" charset="-122"/>
                <a:cs typeface="Malgun Gothic" pitchFamily="34" charset="-120"/>
              </a:rPr>
              <a:t>반복 상한(max iterations)은 필수. </a:t>
            </a:r>
            <a:r>
              <a:rPr lang="en-US" sz="1350" dirty="0">
                <a:solidFill>
                  <a:srgbClr val="FFFFFF"/>
                </a:solidFill>
                <a:latin typeface="Malgun Gothic" pitchFamily="34" charset="0"/>
                <a:ea typeface="Malgun Gothic" pitchFamily="34" charset="-122"/>
                <a:cs typeface="Malgun Gothic" pitchFamily="34" charset="-120"/>
              </a:rPr>
              <a:t>상한이 없으면 호출 수·시간·비용이 질문마다 달라지고, 근거가 코퍼스에 없는 질문에서는 끝나지 않음</a:t>
            </a:r>
            <a:endParaRPr lang="en-US" sz="1350" dirty="0"/>
          </a:p>
          <a:p>
            <a:pPr marL="228600" indent="-228600" algn="l">
              <a:lnSpc>
                <a:spcPct val="135000"/>
              </a:lnSpc>
              <a:spcAft>
                <a:spcPts val="600"/>
              </a:spcAft>
              <a:buSzPct val="100000"/>
              <a:buChar char="•"/>
            </a:pPr>
            <a:r>
              <a:rPr lang="en-US" sz="1350" dirty="0" err="1">
                <a:solidFill>
                  <a:srgbClr val="FFFFFF"/>
                </a:solidFill>
                <a:latin typeface="Malgun Gothic" pitchFamily="34" charset="0"/>
                <a:ea typeface="Malgun Gothic" pitchFamily="34" charset="-122"/>
                <a:cs typeface="Malgun Gothic" pitchFamily="34" charset="-120"/>
              </a:rPr>
              <a:t>상한에</a:t>
            </a:r>
            <a:r>
              <a:rPr lang="en-US" sz="1350" dirty="0">
                <a:solidFill>
                  <a:srgbClr val="FFFFFF"/>
                </a:solidFill>
                <a:latin typeface="Malgun Gothic" pitchFamily="34" charset="0"/>
                <a:ea typeface="Malgun Gothic" pitchFamily="34" charset="-122"/>
                <a:cs typeface="Malgun Gothic" pitchFamily="34" charset="-120"/>
              </a:rPr>
              <a:t> 도달한 뒤에도 근거가 없는 주장은 "검증되지 않은 주장"으로 표시하고 종료함. 근거를 지어내는 것보다 모자란 채로 알리는 쪽이 안전</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5">
    <p:bg>
      <p:bgPr>
        <a:solidFill>
          <a:srgbClr val="121212"/>
        </a:solidFill>
        <a:effectLst/>
      </p:bgPr>
    </p:bg>
    <p:spTree>
      <p:nvGrpSpPr>
        <p:cNvPr id="1" name=""/>
        <p:cNvGrpSpPr/>
        <p:nvPr/>
      </p:nvGrpSpPr>
      <p:grpSpPr>
        <a:xfrm>
          <a:off x="0" y="0"/>
          <a:ext cx="0" cy="0"/>
          <a:chOff x="0" y="0"/>
          <a:chExt cx="0" cy="0"/>
        </a:xfrm>
      </p:grpSpPr>
      <p:sp>
        <p:nvSpPr>
          <p:cNvPr id="3" name="Text 1"/>
          <p:cNvSpPr txBox="1"/>
          <p:nvPr/>
        </p:nvSpPr>
        <p:spPr>
          <a:xfrm>
            <a:off x="822960" y="2743200"/>
            <a:ext cx="10515600" cy="914400"/>
          </a:xfrm>
          <a:prstGeom prst="rect">
            <a:avLst/>
          </a:prstGeom>
          <a:noFill/>
          <a:ln/>
        </p:spPr>
        <p:txBody>
          <a:bodyPr wrap="square" lIns="0" tIns="0" rIns="0" bIns="0" rtlCol="0" anchor="ctr"/>
          <a:lstStyle/>
          <a:p>
            <a:pPr marL="0" indent="0" algn="ctr">
              <a:lnSpc>
                <a:spcPct val="130000"/>
              </a:lnSpc>
              <a:buNone/>
            </a:pPr>
            <a:r>
              <a:rPr lang="ko-KR" altLang="en-US" sz="4000" b="1" dirty="0" err="1">
                <a:solidFill>
                  <a:srgbClr val="FFFFFF"/>
                </a:solidFill>
                <a:latin typeface="Malgun Gothic" pitchFamily="34" charset="0"/>
                <a:ea typeface="Malgun Gothic" pitchFamily="34" charset="-122"/>
                <a:cs typeface="Malgun Gothic" pitchFamily="34" charset="-120"/>
              </a:rPr>
              <a:t>에이전틱</a:t>
            </a:r>
            <a:r>
              <a:rPr lang="ko-KR" altLang="en-US" sz="4000" b="1" dirty="0">
                <a:solidFill>
                  <a:srgbClr val="FFFFFF"/>
                </a:solidFill>
                <a:latin typeface="Malgun Gothic" pitchFamily="34" charset="0"/>
                <a:ea typeface="Malgun Gothic" pitchFamily="34" charset="-122"/>
                <a:cs typeface="Malgun Gothic" pitchFamily="34" charset="-120"/>
              </a:rPr>
              <a:t> </a:t>
            </a:r>
            <a:r>
              <a:rPr lang="en-US" altLang="ko-KR" sz="4000" b="1" dirty="0">
                <a:solidFill>
                  <a:srgbClr val="FFFFFF"/>
                </a:solidFill>
                <a:latin typeface="Malgun Gothic" pitchFamily="34" charset="0"/>
                <a:ea typeface="Malgun Gothic" pitchFamily="34" charset="-122"/>
                <a:cs typeface="Malgun Gothic" pitchFamily="34" charset="-120"/>
              </a:rPr>
              <a:t>RAG </a:t>
            </a:r>
            <a:r>
              <a:rPr lang="en-US" sz="4000" b="1" dirty="0" err="1">
                <a:solidFill>
                  <a:srgbClr val="FFFFFF"/>
                </a:solidFill>
                <a:latin typeface="Malgun Gothic" pitchFamily="34" charset="0"/>
                <a:ea typeface="Malgun Gothic" pitchFamily="34" charset="-122"/>
                <a:cs typeface="Malgun Gothic" pitchFamily="34" charset="-120"/>
              </a:rPr>
              <a:t>설계</a:t>
            </a:r>
            <a:endParaRPr lang="en-US" sz="4000" dirty="0"/>
          </a:p>
        </p:txBody>
      </p:sp>
      <p:sp>
        <p:nvSpPr>
          <p:cNvPr id="4" name="Shape 2"/>
          <p:cNvSpPr/>
          <p:nvPr/>
        </p:nvSpPr>
        <p:spPr>
          <a:xfrm>
            <a:off x="5394960" y="3794760"/>
            <a:ext cx="1371600" cy="0"/>
          </a:xfrm>
          <a:prstGeom prst="line">
            <a:avLst/>
          </a:prstGeom>
          <a:noFill/>
          <a:ln w="19050">
            <a:solidFill>
              <a:srgbClr val="FFD733"/>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6">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핵심 정리 — agentic_ask.py의 전체 흐름</a:t>
            </a:r>
            <a:endParaRPr lang="en-US" sz="2800" dirty="0"/>
          </a:p>
        </p:txBody>
      </p:sp>
      <p:sp>
        <p:nvSpPr>
          <p:cNvPr id="3" name="Text 1"/>
          <p:cNvSpPr txBox="1"/>
          <p:nvPr/>
        </p:nvSpPr>
        <p:spPr>
          <a:xfrm>
            <a:off x="640080" y="1170432"/>
            <a:ext cx="10881360" cy="329184"/>
          </a:xfrm>
          <a:prstGeom prst="rect">
            <a:avLst/>
          </a:prstGeom>
          <a:noFill/>
          <a:ln/>
        </p:spPr>
        <p:txBody>
          <a:bodyPr wrap="square" lIns="0" tIns="0" rIns="0" bIns="0" rtlCol="0" anchor="ctr"/>
          <a:lstStyle/>
          <a:p>
            <a:pPr marL="0" indent="0" algn="l">
              <a:lnSpc>
                <a:spcPct val="130000"/>
              </a:lnSpc>
              <a:buNone/>
            </a:pPr>
            <a:r>
              <a:rPr lang="en-US" sz="1400" dirty="0">
                <a:solidFill>
                  <a:srgbClr val="FFFFFF"/>
                </a:solidFill>
                <a:latin typeface="Malgun Gothic" pitchFamily="34" charset="0"/>
                <a:ea typeface="Malgun Gothic" pitchFamily="34" charset="-122"/>
                <a:cs typeface="Malgun Gothic" pitchFamily="34" charset="-120"/>
              </a:rPr>
              <a:t>함수 5개. 앞의 4개가 단계이고, run_agentic이 이들을 순서대로 실행하며 재검색 여부를 결정함</a:t>
            </a:r>
            <a:endParaRPr lang="en-US" sz="1400" dirty="0"/>
          </a:p>
        </p:txBody>
      </p:sp>
      <p:sp>
        <p:nvSpPr>
          <p:cNvPr id="4" name="Shape 2"/>
          <p:cNvSpPr/>
          <p:nvPr/>
        </p:nvSpPr>
        <p:spPr>
          <a:xfrm>
            <a:off x="640080" y="1783080"/>
            <a:ext cx="2240280" cy="1143000"/>
          </a:xfrm>
          <a:prstGeom prst="roundRect">
            <a:avLst>
              <a:gd name="adj" fmla="val 6400"/>
            </a:avLst>
          </a:prstGeom>
          <a:solidFill>
            <a:srgbClr val="262626"/>
          </a:solidFill>
          <a:ln w="19050">
            <a:solidFill>
              <a:srgbClr val="FFD733"/>
            </a:solidFill>
            <a:prstDash val="solid"/>
          </a:ln>
        </p:spPr>
      </p:sp>
      <p:sp>
        <p:nvSpPr>
          <p:cNvPr id="5" name="Text 3"/>
          <p:cNvSpPr txBox="1"/>
          <p:nvPr/>
        </p:nvSpPr>
        <p:spPr>
          <a:xfrm>
            <a:off x="713232" y="1892808"/>
            <a:ext cx="2093976" cy="480060"/>
          </a:xfrm>
          <a:prstGeom prst="rect">
            <a:avLst/>
          </a:prstGeom>
          <a:noFill/>
          <a:ln/>
        </p:spPr>
        <p:txBody>
          <a:bodyPr wrap="square" lIns="0" tIns="0" rIns="0" bIns="0" rtlCol="0" anchor="ctr"/>
          <a:lstStyle/>
          <a:p>
            <a:pPr marL="0" indent="0" algn="ctr">
              <a:lnSpc>
                <a:spcPct val="130000"/>
              </a:lnSpc>
              <a:buNone/>
            </a:pPr>
            <a:r>
              <a:rPr lang="en-US" sz="1400" b="1" dirty="0">
                <a:solidFill>
                  <a:srgbClr val="FFFFFF"/>
                </a:solidFill>
                <a:latin typeface="Malgun Gothic" pitchFamily="34" charset="0"/>
                <a:ea typeface="Malgun Gothic" pitchFamily="34" charset="-122"/>
                <a:cs typeface="Malgun Gothic" pitchFamily="34" charset="-120"/>
              </a:rPr>
              <a:t>① rewrite_query</a:t>
            </a:r>
            <a:endParaRPr lang="en-US" sz="1400" dirty="0"/>
          </a:p>
        </p:txBody>
      </p:sp>
      <p:sp>
        <p:nvSpPr>
          <p:cNvPr id="6" name="Text 4"/>
          <p:cNvSpPr txBox="1"/>
          <p:nvPr/>
        </p:nvSpPr>
        <p:spPr>
          <a:xfrm>
            <a:off x="713232" y="2354580"/>
            <a:ext cx="2093976" cy="480060"/>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질문 → 하위 질의 1~3개</a:t>
            </a:r>
            <a:endParaRPr lang="en-US" sz="1200" dirty="0"/>
          </a:p>
        </p:txBody>
      </p:sp>
      <p:sp>
        <p:nvSpPr>
          <p:cNvPr id="7" name="Shape 5"/>
          <p:cNvSpPr/>
          <p:nvPr/>
        </p:nvSpPr>
        <p:spPr>
          <a:xfrm>
            <a:off x="2926080" y="2354580"/>
            <a:ext cx="365760" cy="0"/>
          </a:xfrm>
          <a:prstGeom prst="line">
            <a:avLst/>
          </a:prstGeom>
          <a:noFill/>
          <a:ln w="22225">
            <a:solidFill>
              <a:srgbClr val="FFD733"/>
            </a:solidFill>
            <a:prstDash val="solid"/>
            <a:tailEnd type="triangle"/>
          </a:ln>
        </p:spPr>
      </p:sp>
      <p:sp>
        <p:nvSpPr>
          <p:cNvPr id="8" name="Shape 6"/>
          <p:cNvSpPr/>
          <p:nvPr/>
        </p:nvSpPr>
        <p:spPr>
          <a:xfrm>
            <a:off x="3337560" y="1783080"/>
            <a:ext cx="2240280" cy="1143000"/>
          </a:xfrm>
          <a:prstGeom prst="roundRect">
            <a:avLst>
              <a:gd name="adj" fmla="val 6400"/>
            </a:avLst>
          </a:prstGeom>
          <a:solidFill>
            <a:srgbClr val="1D1D1D"/>
          </a:solidFill>
          <a:ln w="9525">
            <a:solidFill>
              <a:srgbClr val="3C3C3C"/>
            </a:solidFill>
            <a:prstDash val="solid"/>
          </a:ln>
        </p:spPr>
      </p:sp>
      <p:sp>
        <p:nvSpPr>
          <p:cNvPr id="9" name="Text 7"/>
          <p:cNvSpPr txBox="1"/>
          <p:nvPr/>
        </p:nvSpPr>
        <p:spPr>
          <a:xfrm>
            <a:off x="3410712" y="1892808"/>
            <a:ext cx="2093976" cy="480060"/>
          </a:xfrm>
          <a:prstGeom prst="rect">
            <a:avLst/>
          </a:prstGeom>
          <a:noFill/>
          <a:ln/>
        </p:spPr>
        <p:txBody>
          <a:bodyPr wrap="square" lIns="0" tIns="0" rIns="0" bIns="0" rtlCol="0" anchor="ctr"/>
          <a:lstStyle/>
          <a:p>
            <a:pPr marL="0" indent="0" algn="ctr">
              <a:lnSpc>
                <a:spcPct val="130000"/>
              </a:lnSpc>
              <a:buNone/>
            </a:pPr>
            <a:r>
              <a:rPr lang="en-US" sz="1400" b="1" dirty="0">
                <a:solidFill>
                  <a:srgbClr val="FFFFFF"/>
                </a:solidFill>
                <a:latin typeface="Malgun Gothic" pitchFamily="34" charset="0"/>
                <a:ea typeface="Malgun Gothic" pitchFamily="34" charset="-122"/>
                <a:cs typeface="Malgun Gothic" pitchFamily="34" charset="-120"/>
              </a:rPr>
              <a:t>② retrieve_chunks</a:t>
            </a:r>
            <a:endParaRPr lang="en-US" sz="1400" dirty="0"/>
          </a:p>
        </p:txBody>
      </p:sp>
      <p:sp>
        <p:nvSpPr>
          <p:cNvPr id="10" name="Text 8"/>
          <p:cNvSpPr txBox="1"/>
          <p:nvPr/>
        </p:nvSpPr>
        <p:spPr>
          <a:xfrm>
            <a:off x="3410712" y="2354580"/>
            <a:ext cx="2093976" cy="480060"/>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하위 질의 → 청크 최대 8개</a:t>
            </a:r>
            <a:endParaRPr lang="en-US" sz="1200" dirty="0"/>
          </a:p>
        </p:txBody>
      </p:sp>
      <p:sp>
        <p:nvSpPr>
          <p:cNvPr id="11" name="Shape 9"/>
          <p:cNvSpPr/>
          <p:nvPr/>
        </p:nvSpPr>
        <p:spPr>
          <a:xfrm>
            <a:off x="5623560" y="2354580"/>
            <a:ext cx="365760" cy="0"/>
          </a:xfrm>
          <a:prstGeom prst="line">
            <a:avLst/>
          </a:prstGeom>
          <a:noFill/>
          <a:ln w="22225">
            <a:solidFill>
              <a:srgbClr val="FFD733"/>
            </a:solidFill>
            <a:prstDash val="solid"/>
            <a:tailEnd type="triangle"/>
          </a:ln>
        </p:spPr>
      </p:sp>
      <p:sp>
        <p:nvSpPr>
          <p:cNvPr id="12" name="Shape 10"/>
          <p:cNvSpPr/>
          <p:nvPr/>
        </p:nvSpPr>
        <p:spPr>
          <a:xfrm>
            <a:off x="6035040" y="1783080"/>
            <a:ext cx="2240280" cy="1143000"/>
          </a:xfrm>
          <a:prstGeom prst="roundRect">
            <a:avLst>
              <a:gd name="adj" fmla="val 6400"/>
            </a:avLst>
          </a:prstGeom>
          <a:solidFill>
            <a:srgbClr val="1D1D1D"/>
          </a:solidFill>
          <a:ln w="9525">
            <a:solidFill>
              <a:srgbClr val="3C3C3C"/>
            </a:solidFill>
            <a:prstDash val="solid"/>
          </a:ln>
        </p:spPr>
      </p:sp>
      <p:sp>
        <p:nvSpPr>
          <p:cNvPr id="13" name="Text 11"/>
          <p:cNvSpPr txBox="1"/>
          <p:nvPr/>
        </p:nvSpPr>
        <p:spPr>
          <a:xfrm>
            <a:off x="6108192" y="1892808"/>
            <a:ext cx="2093976" cy="480060"/>
          </a:xfrm>
          <a:prstGeom prst="rect">
            <a:avLst/>
          </a:prstGeom>
          <a:noFill/>
          <a:ln/>
        </p:spPr>
        <p:txBody>
          <a:bodyPr wrap="square" lIns="0" tIns="0" rIns="0" bIns="0" rtlCol="0" anchor="ctr"/>
          <a:lstStyle/>
          <a:p>
            <a:pPr marL="0" indent="0" algn="ctr">
              <a:lnSpc>
                <a:spcPct val="130000"/>
              </a:lnSpc>
              <a:buNone/>
            </a:pPr>
            <a:r>
              <a:rPr lang="en-US" sz="1400" b="1" dirty="0">
                <a:solidFill>
                  <a:srgbClr val="FFFFFF"/>
                </a:solidFill>
                <a:latin typeface="Malgun Gothic" pitchFamily="34" charset="0"/>
                <a:ea typeface="Malgun Gothic" pitchFamily="34" charset="-122"/>
                <a:cs typeface="Malgun Gothic" pitchFamily="34" charset="-120"/>
              </a:rPr>
              <a:t>③ draft_answer</a:t>
            </a:r>
            <a:endParaRPr lang="en-US" sz="1400" dirty="0"/>
          </a:p>
        </p:txBody>
      </p:sp>
      <p:sp>
        <p:nvSpPr>
          <p:cNvPr id="14" name="Text 12"/>
          <p:cNvSpPr txBox="1"/>
          <p:nvPr/>
        </p:nvSpPr>
        <p:spPr>
          <a:xfrm>
            <a:off x="6108192" y="2354580"/>
            <a:ext cx="2093976" cy="480060"/>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질문 + 청크 → 초안</a:t>
            </a:r>
            <a:endParaRPr lang="en-US" sz="1200" dirty="0"/>
          </a:p>
        </p:txBody>
      </p:sp>
      <p:sp>
        <p:nvSpPr>
          <p:cNvPr id="15" name="Shape 13"/>
          <p:cNvSpPr/>
          <p:nvPr/>
        </p:nvSpPr>
        <p:spPr>
          <a:xfrm>
            <a:off x="8321040" y="2354580"/>
            <a:ext cx="365760" cy="0"/>
          </a:xfrm>
          <a:prstGeom prst="line">
            <a:avLst/>
          </a:prstGeom>
          <a:noFill/>
          <a:ln w="22225">
            <a:solidFill>
              <a:srgbClr val="FFD733"/>
            </a:solidFill>
            <a:prstDash val="solid"/>
            <a:tailEnd type="triangle"/>
          </a:ln>
        </p:spPr>
      </p:sp>
      <p:sp>
        <p:nvSpPr>
          <p:cNvPr id="16" name="Shape 14"/>
          <p:cNvSpPr/>
          <p:nvPr/>
        </p:nvSpPr>
        <p:spPr>
          <a:xfrm>
            <a:off x="8732520" y="1783080"/>
            <a:ext cx="2240280" cy="1143000"/>
          </a:xfrm>
          <a:prstGeom prst="roundRect">
            <a:avLst>
              <a:gd name="adj" fmla="val 6400"/>
            </a:avLst>
          </a:prstGeom>
          <a:solidFill>
            <a:srgbClr val="262626"/>
          </a:solidFill>
          <a:ln w="19050">
            <a:solidFill>
              <a:srgbClr val="FFD733"/>
            </a:solidFill>
            <a:prstDash val="solid"/>
          </a:ln>
        </p:spPr>
      </p:sp>
      <p:sp>
        <p:nvSpPr>
          <p:cNvPr id="17" name="Text 15"/>
          <p:cNvSpPr txBox="1"/>
          <p:nvPr/>
        </p:nvSpPr>
        <p:spPr>
          <a:xfrm>
            <a:off x="8805672" y="1892808"/>
            <a:ext cx="2093976" cy="480060"/>
          </a:xfrm>
          <a:prstGeom prst="rect">
            <a:avLst/>
          </a:prstGeom>
          <a:noFill/>
          <a:ln/>
        </p:spPr>
        <p:txBody>
          <a:bodyPr wrap="square" lIns="0" tIns="0" rIns="0" bIns="0" rtlCol="0" anchor="ctr"/>
          <a:lstStyle/>
          <a:p>
            <a:pPr marL="0" indent="0" algn="ctr">
              <a:lnSpc>
                <a:spcPct val="130000"/>
              </a:lnSpc>
              <a:buNone/>
            </a:pPr>
            <a:r>
              <a:rPr lang="en-US" sz="1400" b="1" dirty="0">
                <a:solidFill>
                  <a:srgbClr val="FFFFFF"/>
                </a:solidFill>
                <a:latin typeface="Malgun Gothic" pitchFamily="34" charset="0"/>
                <a:ea typeface="Malgun Gothic" pitchFamily="34" charset="-122"/>
                <a:cs typeface="Malgun Gothic" pitchFamily="34" charset="-120"/>
              </a:rPr>
              <a:t>④ verify_answer</a:t>
            </a:r>
            <a:endParaRPr lang="en-US" sz="1400" dirty="0"/>
          </a:p>
        </p:txBody>
      </p:sp>
      <p:sp>
        <p:nvSpPr>
          <p:cNvPr id="18" name="Text 16"/>
          <p:cNvSpPr txBox="1"/>
          <p:nvPr/>
        </p:nvSpPr>
        <p:spPr>
          <a:xfrm>
            <a:off x="8805672" y="2354580"/>
            <a:ext cx="2093976" cy="480060"/>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초안 + 청크 → 주장별 판정</a:t>
            </a:r>
            <a:endParaRPr lang="en-US" sz="1200" dirty="0"/>
          </a:p>
        </p:txBody>
      </p:sp>
      <p:sp>
        <p:nvSpPr>
          <p:cNvPr id="19" name="Text 17"/>
          <p:cNvSpPr txBox="1"/>
          <p:nvPr/>
        </p:nvSpPr>
        <p:spPr>
          <a:xfrm>
            <a:off x="640080" y="1490472"/>
            <a:ext cx="2240280" cy="256032"/>
          </a:xfrm>
          <a:prstGeom prst="rect">
            <a:avLst/>
          </a:prstGeom>
          <a:noFill/>
          <a:ln/>
        </p:spPr>
        <p:txBody>
          <a:bodyPr wrap="square" lIns="0" tIns="0" rIns="0" bIns="0" rtlCol="0" anchor="ctr"/>
          <a:lstStyle/>
          <a:p>
            <a:pPr marL="0" indent="0" algn="ctr">
              <a:lnSpc>
                <a:spcPct val="130000"/>
              </a:lnSpc>
              <a:buNone/>
            </a:pPr>
            <a:r>
              <a:rPr lang="en-US" sz="1050" dirty="0">
                <a:solidFill>
                  <a:srgbClr val="FFD733"/>
                </a:solidFill>
                <a:latin typeface="Malgun Gothic" pitchFamily="34" charset="0"/>
                <a:ea typeface="Malgun Gothic" pitchFamily="34" charset="-122"/>
                <a:cs typeface="Malgun Gothic" pitchFamily="34" charset="-120"/>
              </a:rPr>
              <a:t>LLM 호출</a:t>
            </a:r>
            <a:endParaRPr lang="en-US" sz="1050" dirty="0"/>
          </a:p>
        </p:txBody>
      </p:sp>
      <p:sp>
        <p:nvSpPr>
          <p:cNvPr id="20" name="Text 18"/>
          <p:cNvSpPr txBox="1"/>
          <p:nvPr/>
        </p:nvSpPr>
        <p:spPr>
          <a:xfrm>
            <a:off x="3337560" y="1490472"/>
            <a:ext cx="2240280" cy="256032"/>
          </a:xfrm>
          <a:prstGeom prst="rect">
            <a:avLst/>
          </a:prstGeom>
          <a:noFill/>
          <a:ln/>
        </p:spPr>
        <p:txBody>
          <a:bodyPr wrap="square" lIns="0" tIns="0" rIns="0" bIns="0" rtlCol="0" anchor="ctr"/>
          <a:lstStyle/>
          <a:p>
            <a:pPr marL="0" indent="0" algn="ctr">
              <a:lnSpc>
                <a:spcPct val="130000"/>
              </a:lnSpc>
              <a:buNone/>
            </a:pPr>
            <a:r>
              <a:rPr lang="en-US" sz="1050" dirty="0">
                <a:solidFill>
                  <a:srgbClr val="FFD733"/>
                </a:solidFill>
                <a:latin typeface="Malgun Gothic" pitchFamily="34" charset="0"/>
                <a:ea typeface="Malgun Gothic" pitchFamily="34" charset="-122"/>
                <a:cs typeface="Malgun Gothic" pitchFamily="34" charset="-120"/>
              </a:rPr>
              <a:t>search.py 함수 재사용</a:t>
            </a:r>
            <a:endParaRPr lang="en-US" sz="1050" dirty="0"/>
          </a:p>
        </p:txBody>
      </p:sp>
      <p:sp>
        <p:nvSpPr>
          <p:cNvPr id="21" name="Text 19"/>
          <p:cNvSpPr txBox="1"/>
          <p:nvPr/>
        </p:nvSpPr>
        <p:spPr>
          <a:xfrm>
            <a:off x="6035040" y="1490472"/>
            <a:ext cx="2240280" cy="256032"/>
          </a:xfrm>
          <a:prstGeom prst="rect">
            <a:avLst/>
          </a:prstGeom>
          <a:noFill/>
          <a:ln/>
        </p:spPr>
        <p:txBody>
          <a:bodyPr wrap="square" lIns="0" tIns="0" rIns="0" bIns="0" rtlCol="0" anchor="ctr"/>
          <a:lstStyle/>
          <a:p>
            <a:pPr marL="0" indent="0" algn="ctr">
              <a:lnSpc>
                <a:spcPct val="130000"/>
              </a:lnSpc>
              <a:buNone/>
            </a:pPr>
            <a:r>
              <a:rPr lang="en-US" sz="1050" dirty="0">
                <a:solidFill>
                  <a:srgbClr val="FFD733"/>
                </a:solidFill>
                <a:latin typeface="Malgun Gothic" pitchFamily="34" charset="0"/>
                <a:ea typeface="Malgun Gothic" pitchFamily="34" charset="-122"/>
                <a:cs typeface="Malgun Gothic" pitchFamily="34" charset="-120"/>
              </a:rPr>
              <a:t>LLM 호출 (ask.py 재사용)</a:t>
            </a:r>
            <a:endParaRPr lang="en-US" sz="1050" dirty="0"/>
          </a:p>
        </p:txBody>
      </p:sp>
      <p:sp>
        <p:nvSpPr>
          <p:cNvPr id="22" name="Text 20"/>
          <p:cNvSpPr txBox="1"/>
          <p:nvPr/>
        </p:nvSpPr>
        <p:spPr>
          <a:xfrm>
            <a:off x="8732520" y="1490472"/>
            <a:ext cx="2240280" cy="256032"/>
          </a:xfrm>
          <a:prstGeom prst="rect">
            <a:avLst/>
          </a:prstGeom>
          <a:noFill/>
          <a:ln/>
        </p:spPr>
        <p:txBody>
          <a:bodyPr wrap="square" lIns="0" tIns="0" rIns="0" bIns="0" rtlCol="0" anchor="ctr"/>
          <a:lstStyle/>
          <a:p>
            <a:pPr marL="0" indent="0" algn="ctr">
              <a:lnSpc>
                <a:spcPct val="130000"/>
              </a:lnSpc>
              <a:buNone/>
            </a:pPr>
            <a:r>
              <a:rPr lang="en-US" sz="1050" dirty="0">
                <a:solidFill>
                  <a:srgbClr val="FFD733"/>
                </a:solidFill>
                <a:latin typeface="Malgun Gothic" pitchFamily="34" charset="0"/>
                <a:ea typeface="Malgun Gothic" pitchFamily="34" charset="-122"/>
                <a:cs typeface="Malgun Gothic" pitchFamily="34" charset="-120"/>
              </a:rPr>
              <a:t>LLM 호출</a:t>
            </a:r>
            <a:endParaRPr lang="en-US" sz="1050" dirty="0"/>
          </a:p>
        </p:txBody>
      </p:sp>
      <p:sp>
        <p:nvSpPr>
          <p:cNvPr id="23" name="Shape 21"/>
          <p:cNvSpPr/>
          <p:nvPr/>
        </p:nvSpPr>
        <p:spPr>
          <a:xfrm>
            <a:off x="9852660" y="2962656"/>
            <a:ext cx="0" cy="502920"/>
          </a:xfrm>
          <a:prstGeom prst="line">
            <a:avLst/>
          </a:prstGeom>
          <a:noFill/>
          <a:ln w="22225">
            <a:solidFill>
              <a:srgbClr val="FFD733"/>
            </a:solidFill>
            <a:prstDash val="solid"/>
            <a:tailEnd type="triangle"/>
          </a:ln>
        </p:spPr>
      </p:sp>
      <p:sp>
        <p:nvSpPr>
          <p:cNvPr id="24" name="Shape 22"/>
          <p:cNvSpPr/>
          <p:nvPr/>
        </p:nvSpPr>
        <p:spPr>
          <a:xfrm>
            <a:off x="8778240" y="3511296"/>
            <a:ext cx="2194560" cy="731520"/>
          </a:xfrm>
          <a:prstGeom prst="roundRect">
            <a:avLst>
              <a:gd name="adj" fmla="val 10000"/>
            </a:avLst>
          </a:prstGeom>
          <a:solidFill>
            <a:srgbClr val="262626"/>
          </a:solidFill>
          <a:ln w="19050">
            <a:solidFill>
              <a:srgbClr val="FFD733"/>
            </a:solidFill>
            <a:prstDash val="solid"/>
          </a:ln>
        </p:spPr>
      </p:sp>
      <p:sp>
        <p:nvSpPr>
          <p:cNvPr id="25" name="Text 23"/>
          <p:cNvSpPr txBox="1"/>
          <p:nvPr/>
        </p:nvSpPr>
        <p:spPr>
          <a:xfrm>
            <a:off x="8851392" y="3511296"/>
            <a:ext cx="2048256" cy="731520"/>
          </a:xfrm>
          <a:prstGeom prst="rect">
            <a:avLst/>
          </a:prstGeom>
          <a:noFill/>
          <a:ln/>
        </p:spPr>
        <p:txBody>
          <a:bodyPr wrap="square" lIns="0" tIns="0" rIns="0" bIns="0" rtlCol="0" anchor="ctr"/>
          <a:lstStyle/>
          <a:p>
            <a:pPr marL="0" indent="0" algn="ctr">
              <a:lnSpc>
                <a:spcPct val="115000"/>
              </a:lnSpc>
              <a:buNone/>
            </a:pPr>
            <a:r>
              <a:rPr lang="en-US" sz="1300" b="1" dirty="0">
                <a:solidFill>
                  <a:srgbClr val="FFFFFF"/>
                </a:solidFill>
                <a:latin typeface="Malgun Gothic" pitchFamily="34" charset="0"/>
                <a:ea typeface="Malgun Gothic" pitchFamily="34" charset="-122"/>
                <a:cs typeface="Malgun Gothic" pitchFamily="34" charset="-120"/>
              </a:rPr>
              <a:t>unsupported 주장이 있는가?</a:t>
            </a:r>
            <a:endParaRPr lang="en-US" sz="1300" dirty="0"/>
          </a:p>
        </p:txBody>
      </p:sp>
      <p:sp>
        <p:nvSpPr>
          <p:cNvPr id="26" name="Shape 24"/>
          <p:cNvSpPr/>
          <p:nvPr/>
        </p:nvSpPr>
        <p:spPr>
          <a:xfrm flipH="1">
            <a:off x="7543800" y="3877056"/>
            <a:ext cx="1188720" cy="0"/>
          </a:xfrm>
          <a:prstGeom prst="line">
            <a:avLst/>
          </a:prstGeom>
          <a:noFill/>
          <a:ln w="22225">
            <a:solidFill>
              <a:srgbClr val="FFD733"/>
            </a:solidFill>
            <a:prstDash val="solid"/>
            <a:tailEnd type="triangle"/>
          </a:ln>
        </p:spPr>
      </p:sp>
      <p:sp>
        <p:nvSpPr>
          <p:cNvPr id="27" name="Text 25"/>
          <p:cNvSpPr txBox="1"/>
          <p:nvPr/>
        </p:nvSpPr>
        <p:spPr>
          <a:xfrm>
            <a:off x="7955280" y="3566160"/>
            <a:ext cx="1188720" cy="256032"/>
          </a:xfrm>
          <a:prstGeom prst="rect">
            <a:avLst/>
          </a:prstGeom>
          <a:noFill/>
          <a:ln/>
        </p:spPr>
        <p:txBody>
          <a:bodyPr wrap="square" lIns="0" tIns="0" rIns="0" bIns="0" rtlCol="0" anchor="ctr"/>
          <a:lstStyle/>
          <a:p>
            <a:pPr marL="0" indent="0" algn="ctr">
              <a:lnSpc>
                <a:spcPct val="110000"/>
              </a:lnSpc>
              <a:buNone/>
            </a:pPr>
            <a:r>
              <a:rPr lang="en-US" sz="1050" dirty="0">
                <a:solidFill>
                  <a:srgbClr val="FFD733"/>
                </a:solidFill>
                <a:latin typeface="Malgun Gothic" pitchFamily="34" charset="0"/>
                <a:ea typeface="Malgun Gothic" pitchFamily="34" charset="-122"/>
                <a:cs typeface="Malgun Gothic" pitchFamily="34" charset="-120"/>
              </a:rPr>
              <a:t>예 (1회만)</a:t>
            </a:r>
            <a:endParaRPr lang="en-US" sz="1050" dirty="0"/>
          </a:p>
        </p:txBody>
      </p:sp>
      <p:sp>
        <p:nvSpPr>
          <p:cNvPr id="28" name="Shape 26"/>
          <p:cNvSpPr/>
          <p:nvPr/>
        </p:nvSpPr>
        <p:spPr>
          <a:xfrm>
            <a:off x="4023360" y="3511296"/>
            <a:ext cx="3474720" cy="731520"/>
          </a:xfrm>
          <a:prstGeom prst="roundRect">
            <a:avLst>
              <a:gd name="adj" fmla="val 10000"/>
            </a:avLst>
          </a:prstGeom>
          <a:solidFill>
            <a:srgbClr val="1D1D1D"/>
          </a:solidFill>
          <a:ln w="9525">
            <a:solidFill>
              <a:srgbClr val="3C3C3C"/>
            </a:solidFill>
            <a:prstDash val="solid"/>
          </a:ln>
        </p:spPr>
      </p:sp>
      <p:sp>
        <p:nvSpPr>
          <p:cNvPr id="29" name="Text 27"/>
          <p:cNvSpPr txBox="1"/>
          <p:nvPr/>
        </p:nvSpPr>
        <p:spPr>
          <a:xfrm>
            <a:off x="4096512" y="3511296"/>
            <a:ext cx="3328416" cy="731520"/>
          </a:xfrm>
          <a:prstGeom prst="rect">
            <a:avLst/>
          </a:prstGeom>
          <a:noFill/>
          <a:ln/>
        </p:spPr>
        <p:txBody>
          <a:bodyPr wrap="square" lIns="0" tIns="0" rIns="0" bIns="0" rtlCol="0" anchor="ctr"/>
          <a:lstStyle/>
          <a:p>
            <a:pPr marL="0" indent="0" algn="ctr">
              <a:lnSpc>
                <a:spcPct val="115000"/>
              </a:lnSpc>
              <a:buNone/>
            </a:pPr>
            <a:r>
              <a:rPr lang="en-US" sz="1200" b="1" dirty="0">
                <a:solidFill>
                  <a:srgbClr val="FFFFFF"/>
                </a:solidFill>
                <a:latin typeface="Malgun Gothic" pitchFamily="34" charset="0"/>
                <a:ea typeface="Malgun Gothic" pitchFamily="34" charset="-122"/>
                <a:cs typeface="Malgun Gothic" pitchFamily="34" charset="-120"/>
              </a:rPr>
              <a:t>missing_query로 재검색 → 청크 보강 → 초안 재생성 → 재검증</a:t>
            </a:r>
            <a:endParaRPr lang="en-US" sz="1200" dirty="0"/>
          </a:p>
        </p:txBody>
      </p:sp>
      <p:sp>
        <p:nvSpPr>
          <p:cNvPr id="30" name="Shape 28"/>
          <p:cNvSpPr/>
          <p:nvPr/>
        </p:nvSpPr>
        <p:spPr>
          <a:xfrm flipH="1">
            <a:off x="3200400" y="3877056"/>
            <a:ext cx="777240" cy="0"/>
          </a:xfrm>
          <a:prstGeom prst="line">
            <a:avLst/>
          </a:prstGeom>
          <a:noFill/>
          <a:ln w="22225">
            <a:solidFill>
              <a:srgbClr val="FFD733"/>
            </a:solidFill>
            <a:prstDash val="solid"/>
            <a:tailEnd type="triangle"/>
          </a:ln>
        </p:spPr>
      </p:sp>
      <p:sp>
        <p:nvSpPr>
          <p:cNvPr id="31" name="Shape 29"/>
          <p:cNvSpPr/>
          <p:nvPr/>
        </p:nvSpPr>
        <p:spPr>
          <a:xfrm>
            <a:off x="640080" y="3511296"/>
            <a:ext cx="2514600" cy="731520"/>
          </a:xfrm>
          <a:prstGeom prst="roundRect">
            <a:avLst>
              <a:gd name="adj" fmla="val 10000"/>
            </a:avLst>
          </a:prstGeom>
          <a:solidFill>
            <a:srgbClr val="1D1D1D"/>
          </a:solidFill>
          <a:ln w="9525">
            <a:solidFill>
              <a:srgbClr val="3C3C3C"/>
            </a:solidFill>
            <a:prstDash val="solid"/>
          </a:ln>
        </p:spPr>
      </p:sp>
      <p:sp>
        <p:nvSpPr>
          <p:cNvPr id="32" name="Text 30"/>
          <p:cNvSpPr txBox="1"/>
          <p:nvPr/>
        </p:nvSpPr>
        <p:spPr>
          <a:xfrm>
            <a:off x="713232" y="3511296"/>
            <a:ext cx="2368296" cy="731520"/>
          </a:xfrm>
          <a:prstGeom prst="rect">
            <a:avLst/>
          </a:prstGeom>
          <a:noFill/>
          <a:ln/>
        </p:spPr>
        <p:txBody>
          <a:bodyPr wrap="square" lIns="0" tIns="0" rIns="0" bIns="0" rtlCol="0" anchor="ctr"/>
          <a:lstStyle/>
          <a:p>
            <a:pPr marL="0" indent="0" algn="ctr">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로그 + 최종 답 + 출처 출력</a:t>
            </a:r>
            <a:endParaRPr lang="en-US" sz="1250" dirty="0"/>
          </a:p>
        </p:txBody>
      </p:sp>
      <p:sp>
        <p:nvSpPr>
          <p:cNvPr id="33" name="Shape 31"/>
          <p:cNvSpPr/>
          <p:nvPr/>
        </p:nvSpPr>
        <p:spPr>
          <a:xfrm>
            <a:off x="9852660" y="4279392"/>
            <a:ext cx="0" cy="466344"/>
          </a:xfrm>
          <a:prstGeom prst="line">
            <a:avLst/>
          </a:prstGeom>
          <a:noFill/>
          <a:ln w="22225">
            <a:solidFill>
              <a:srgbClr val="FFD733"/>
            </a:solidFill>
            <a:prstDash val="solid"/>
            <a:tailEnd type="none"/>
          </a:ln>
        </p:spPr>
      </p:sp>
      <p:sp>
        <p:nvSpPr>
          <p:cNvPr id="34" name="Shape 32"/>
          <p:cNvSpPr/>
          <p:nvPr/>
        </p:nvSpPr>
        <p:spPr>
          <a:xfrm flipH="1">
            <a:off x="1897380" y="4745736"/>
            <a:ext cx="7955280" cy="0"/>
          </a:xfrm>
          <a:prstGeom prst="line">
            <a:avLst/>
          </a:prstGeom>
          <a:noFill/>
          <a:ln w="22225">
            <a:solidFill>
              <a:srgbClr val="FFD733"/>
            </a:solidFill>
            <a:prstDash val="solid"/>
            <a:tailEnd type="none"/>
          </a:ln>
        </p:spPr>
      </p:sp>
      <p:sp>
        <p:nvSpPr>
          <p:cNvPr id="35" name="Shape 33"/>
          <p:cNvSpPr/>
          <p:nvPr/>
        </p:nvSpPr>
        <p:spPr>
          <a:xfrm flipV="1">
            <a:off x="1897380" y="4279392"/>
            <a:ext cx="0" cy="466344"/>
          </a:xfrm>
          <a:prstGeom prst="line">
            <a:avLst/>
          </a:prstGeom>
          <a:noFill/>
          <a:ln w="22225">
            <a:solidFill>
              <a:srgbClr val="FFD733"/>
            </a:solidFill>
            <a:prstDash val="solid"/>
            <a:tailEnd type="triangle"/>
          </a:ln>
        </p:spPr>
      </p:sp>
      <p:sp>
        <p:nvSpPr>
          <p:cNvPr id="36" name="Text 34"/>
          <p:cNvSpPr txBox="1"/>
          <p:nvPr/>
        </p:nvSpPr>
        <p:spPr>
          <a:xfrm>
            <a:off x="3657600" y="4791456"/>
            <a:ext cx="4572000" cy="274320"/>
          </a:xfrm>
          <a:prstGeom prst="rect">
            <a:avLst/>
          </a:prstGeom>
          <a:noFill/>
          <a:ln/>
        </p:spPr>
        <p:txBody>
          <a:bodyPr wrap="square" lIns="0" tIns="0" rIns="0" bIns="0" rtlCol="0" anchor="ctr"/>
          <a:lstStyle/>
          <a:p>
            <a:pPr marL="0" indent="0" algn="ctr">
              <a:lnSpc>
                <a:spcPct val="110000"/>
              </a:lnSpc>
              <a:buNone/>
            </a:pPr>
            <a:r>
              <a:rPr lang="en-US" sz="1050" dirty="0">
                <a:solidFill>
                  <a:srgbClr val="FFD733"/>
                </a:solidFill>
                <a:latin typeface="Malgun Gothic" pitchFamily="34" charset="0"/>
                <a:ea typeface="Malgun Gothic" pitchFamily="34" charset="-122"/>
                <a:cs typeface="Malgun Gothic" pitchFamily="34" charset="-120"/>
              </a:rPr>
              <a:t>아니오 → 그대로 출력</a:t>
            </a:r>
            <a:endParaRPr lang="en-US" sz="1050" dirty="0"/>
          </a:p>
        </p:txBody>
      </p:sp>
      <p:sp>
        <p:nvSpPr>
          <p:cNvPr id="37" name="Text 35"/>
          <p:cNvSpPr txBox="1"/>
          <p:nvPr/>
        </p:nvSpPr>
        <p:spPr>
          <a:xfrm>
            <a:off x="640080" y="5577840"/>
            <a:ext cx="10881360" cy="914400"/>
          </a:xfrm>
          <a:prstGeom prst="rect">
            <a:avLst/>
          </a:prstGeom>
          <a:noFill/>
          <a:ln/>
        </p:spPr>
        <p:txBody>
          <a:bodyPr wrap="square" lIns="0" tIns="0" rIns="0" bIns="0" rtlCol="0" anchor="t"/>
          <a:lstStyle/>
          <a:p>
            <a:pPr marL="228600" indent="-228600" algn="l">
              <a:lnSpc>
                <a:spcPct val="135000"/>
              </a:lnSpc>
              <a:spcAft>
                <a:spcPts val="4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⑤ run_agentic이 위 흐름 전체를 담당. 단계마다 [rewrite] [search] [verify] [research] 접두어로 로그를 남김</a:t>
            </a:r>
            <a:endParaRPr lang="en-US" sz="1350" dirty="0"/>
          </a:p>
          <a:p>
            <a:pPr marL="228600" indent="-228600" algn="l">
              <a:lnSpc>
                <a:spcPct val="135000"/>
              </a:lnSpc>
              <a:spcAft>
                <a:spcPts val="4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흐름과 분기 조건이 모두 파이썬 코드(if 문)에 적혀 있음 → 워크플로형</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8">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설계</a:t>
            </a:r>
            <a:r>
              <a:rPr lang="en-US" sz="2800" b="1" dirty="0">
                <a:solidFill>
                  <a:srgbClr val="FFFFFF"/>
                </a:solidFill>
                <a:latin typeface="Malgun Gothic" pitchFamily="34" charset="0"/>
                <a:ea typeface="Malgun Gothic" pitchFamily="34" charset="-122"/>
                <a:cs typeface="Malgun Gothic" pitchFamily="34" charset="-120"/>
              </a:rPr>
              <a:t> — </a:t>
            </a:r>
            <a:r>
              <a:rPr lang="en-US" sz="2800" b="1" dirty="0" err="1">
                <a:solidFill>
                  <a:srgbClr val="FFFFFF"/>
                </a:solidFill>
                <a:latin typeface="Malgun Gothic" pitchFamily="34" charset="0"/>
                <a:ea typeface="Malgun Gothic" pitchFamily="34" charset="-122"/>
                <a:cs typeface="Malgun Gothic" pitchFamily="34" charset="-120"/>
              </a:rPr>
              <a:t>rewrite_query</a:t>
            </a:r>
            <a:r>
              <a:rPr lang="en-US" sz="2800" b="1" dirty="0">
                <a:solidFill>
                  <a:srgbClr val="FFFFFF"/>
                </a:solidFill>
                <a:latin typeface="Malgun Gothic" pitchFamily="34" charset="0"/>
                <a:ea typeface="Malgun Gothic" pitchFamily="34" charset="-122"/>
                <a:cs typeface="Malgun Gothic" pitchFamily="34" charset="-120"/>
              </a:rPr>
              <a:t> </a:t>
            </a:r>
            <a:r>
              <a:rPr lang="ko-KR" altLang="en-US" sz="2800" b="1" dirty="0">
                <a:solidFill>
                  <a:srgbClr val="FFFFFF"/>
                </a:solidFill>
                <a:latin typeface="Malgun Gothic" pitchFamily="34" charset="0"/>
                <a:ea typeface="Malgun Gothic" pitchFamily="34" charset="-122"/>
                <a:cs typeface="Malgun Gothic" pitchFamily="34" charset="-120"/>
              </a:rPr>
              <a:t>함수</a:t>
            </a:r>
            <a:endParaRPr lang="en-US" sz="2800" dirty="0"/>
          </a:p>
        </p:txBody>
      </p:sp>
      <p:sp>
        <p:nvSpPr>
          <p:cNvPr id="3" name="Shape 1"/>
          <p:cNvSpPr/>
          <p:nvPr/>
        </p:nvSpPr>
        <p:spPr>
          <a:xfrm>
            <a:off x="640080" y="1417320"/>
            <a:ext cx="5257800" cy="3017520"/>
          </a:xfrm>
          <a:prstGeom prst="roundRect">
            <a:avLst>
              <a:gd name="adj" fmla="val 2424"/>
            </a:avLst>
          </a:prstGeom>
          <a:solidFill>
            <a:srgbClr val="262626"/>
          </a:solidFill>
          <a:ln w="19050">
            <a:solidFill>
              <a:srgbClr val="FFD733"/>
            </a:solidFill>
            <a:prstDash val="solid"/>
          </a:ln>
        </p:spPr>
      </p:sp>
      <p:sp>
        <p:nvSpPr>
          <p:cNvPr id="4" name="Text 2"/>
          <p:cNvSpPr txBox="1"/>
          <p:nvPr/>
        </p:nvSpPr>
        <p:spPr>
          <a:xfrm>
            <a:off x="822960" y="1545336"/>
            <a:ext cx="4892040" cy="411480"/>
          </a:xfrm>
          <a:prstGeom prst="rect">
            <a:avLst/>
          </a:prstGeom>
          <a:noFill/>
          <a:ln/>
        </p:spPr>
        <p:txBody>
          <a:bodyPr wrap="square" lIns="0" tIns="0" rIns="0" bIns="0" rtlCol="0" anchor="ctr"/>
          <a:lstStyle/>
          <a:p>
            <a:pPr marL="0" indent="0" algn="l">
              <a:lnSpc>
                <a:spcPct val="130000"/>
              </a:lnSpc>
              <a:buNone/>
            </a:pPr>
            <a:r>
              <a:rPr lang="en-US" sz="1600" b="1" dirty="0">
                <a:solidFill>
                  <a:srgbClr val="FFD733"/>
                </a:solidFill>
                <a:latin typeface="Malgun Gothic" pitchFamily="34" charset="0"/>
                <a:ea typeface="Malgun Gothic" pitchFamily="34" charset="-122"/>
                <a:cs typeface="Malgun Gothic" pitchFamily="34" charset="-120"/>
              </a:rPr>
              <a:t>LLM에 보내는 지시의 핵심</a:t>
            </a:r>
            <a:endParaRPr lang="en-US" sz="1600" dirty="0"/>
          </a:p>
        </p:txBody>
      </p:sp>
      <p:sp>
        <p:nvSpPr>
          <p:cNvPr id="5" name="Text 3"/>
          <p:cNvSpPr txBox="1"/>
          <p:nvPr/>
        </p:nvSpPr>
        <p:spPr>
          <a:xfrm>
            <a:off x="822960" y="2029968"/>
            <a:ext cx="4892040" cy="2295144"/>
          </a:xfrm>
          <a:prstGeom prst="rect">
            <a:avLst/>
          </a:prstGeom>
          <a:noFill/>
          <a:ln/>
        </p:spPr>
        <p:txBody>
          <a:bodyPr wrap="square" lIns="0" tIns="0" rIns="0" bIns="0" rtlCol="0" anchor="t"/>
          <a:lstStyle/>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검색에 적합한 하위 질의를 1~3개 만들 것</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여러 문서의 정보가 필요한 질문은 문서별로 찾을 내용을 나눌 것</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최소 1개는 영어, 1개는 한국어로 만들 것</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JSON 배열로만 출력할 것(설명 문장 금지)</a:t>
            </a:r>
            <a:endParaRPr lang="en-US" sz="1350" dirty="0"/>
          </a:p>
        </p:txBody>
      </p:sp>
      <p:sp>
        <p:nvSpPr>
          <p:cNvPr id="6" name="Text 4"/>
          <p:cNvSpPr txBox="1"/>
          <p:nvPr/>
        </p:nvSpPr>
        <p:spPr>
          <a:xfrm>
            <a:off x="6263640" y="1417320"/>
            <a:ext cx="5257800" cy="365760"/>
          </a:xfrm>
          <a:prstGeom prst="rect">
            <a:avLst/>
          </a:prstGeom>
          <a:noFill/>
          <a:ln/>
        </p:spPr>
        <p:txBody>
          <a:bodyPr wrap="square" lIns="0" tIns="0" rIns="0" bIns="0" rtlCol="0" anchor="ctr"/>
          <a:lstStyle/>
          <a:p>
            <a:pPr marL="0" indent="0" algn="l">
              <a:lnSpc>
                <a:spcPct val="130000"/>
              </a:lnSpc>
              <a:buNone/>
            </a:pPr>
            <a:r>
              <a:rPr lang="en-US" sz="1500" b="1" dirty="0">
                <a:solidFill>
                  <a:srgbClr val="FFFFFF"/>
                </a:solidFill>
                <a:latin typeface="Malgun Gothic" pitchFamily="34" charset="0"/>
                <a:ea typeface="Malgun Gothic" pitchFamily="34" charset="-122"/>
                <a:cs typeface="Malgun Gothic" pitchFamily="34" charset="-120"/>
              </a:rPr>
              <a:t>출력 예시</a:t>
            </a:r>
            <a:endParaRPr lang="en-US" sz="1500" dirty="0"/>
          </a:p>
        </p:txBody>
      </p:sp>
      <p:sp>
        <p:nvSpPr>
          <p:cNvPr id="7" name="Shape 5"/>
          <p:cNvSpPr/>
          <p:nvPr/>
        </p:nvSpPr>
        <p:spPr>
          <a:xfrm>
            <a:off x="6263640" y="1783080"/>
            <a:ext cx="5257800" cy="1463040"/>
          </a:xfrm>
          <a:prstGeom prst="rect">
            <a:avLst/>
          </a:prstGeom>
          <a:solidFill>
            <a:srgbClr val="191914"/>
          </a:solidFill>
          <a:ln w="9525">
            <a:solidFill>
              <a:srgbClr val="3C3C3C"/>
            </a:solidFill>
            <a:prstDash val="solid"/>
          </a:ln>
        </p:spPr>
      </p:sp>
      <p:sp>
        <p:nvSpPr>
          <p:cNvPr id="8" name="Text 6"/>
          <p:cNvSpPr txBox="1"/>
          <p:nvPr/>
        </p:nvSpPr>
        <p:spPr>
          <a:xfrm>
            <a:off x="6428232" y="1892808"/>
            <a:ext cx="4928616" cy="1243584"/>
          </a:xfrm>
          <a:prstGeom prst="rect">
            <a:avLst/>
          </a:prstGeom>
          <a:noFill/>
          <a:ln/>
        </p:spPr>
        <p:txBody>
          <a:bodyPr wrap="square" lIns="0" tIns="0" rIns="0" bIns="0" rtlCol="0" anchor="t"/>
          <a:lstStyle/>
          <a:p>
            <a:pPr marL="0" indent="0" algn="l">
              <a:lnSpc>
                <a:spcPct val="130000"/>
              </a:lnSpc>
              <a:spcAft>
                <a:spcPts val="100"/>
              </a:spcAft>
              <a:buNone/>
            </a:pPr>
            <a:r>
              <a:rPr lang="en-US" sz="1200" dirty="0">
                <a:solidFill>
                  <a:srgbClr val="FFFFFF"/>
                </a:solidFill>
                <a:latin typeface="Consolas" pitchFamily="34" charset="0"/>
                <a:ea typeface="Consolas" pitchFamily="34" charset="-122"/>
                <a:cs typeface="Consolas" pitchFamily="34" charset="-120"/>
              </a:rPr>
              <a:t>[</a:t>
            </a:r>
            <a:endParaRPr lang="en-US" sz="1200" dirty="0"/>
          </a:p>
          <a:p>
            <a:pPr marL="0" indent="0" algn="l">
              <a:lnSpc>
                <a:spcPct val="130000"/>
              </a:lnSpc>
              <a:spcAft>
                <a:spcPts val="100"/>
              </a:spcAft>
              <a:buNone/>
            </a:pPr>
            <a:r>
              <a:rPr lang="en-US" sz="1200" dirty="0">
                <a:solidFill>
                  <a:srgbClr val="FFFFFF"/>
                </a:solidFill>
                <a:latin typeface="Consolas" pitchFamily="34" charset="0"/>
                <a:ea typeface="Consolas" pitchFamily="34" charset="-122"/>
                <a:cs typeface="Consolas" pitchFamily="34" charset="-120"/>
              </a:rPr>
              <a:t>  "A 논문이 개선 대상으로 삼은 기존 방법",</a:t>
            </a:r>
            <a:endParaRPr lang="en-US" sz="1200" dirty="0"/>
          </a:p>
          <a:p>
            <a:pPr marL="0" indent="0" algn="l">
              <a:lnSpc>
                <a:spcPct val="130000"/>
              </a:lnSpc>
              <a:spcAft>
                <a:spcPts val="100"/>
              </a:spcAft>
              <a:buNone/>
            </a:pPr>
            <a:r>
              <a:rPr lang="en-US" sz="1200" dirty="0">
                <a:solidFill>
                  <a:srgbClr val="FFFFFF"/>
                </a:solidFill>
                <a:latin typeface="Consolas" pitchFamily="34" charset="0"/>
                <a:ea typeface="Consolas" pitchFamily="34" charset="-122"/>
                <a:cs typeface="Consolas" pitchFamily="34" charset="-120"/>
              </a:rPr>
              <a:t>  "baseline method that paper A improves on",</a:t>
            </a:r>
            <a:endParaRPr lang="en-US" sz="1200" dirty="0"/>
          </a:p>
          <a:p>
            <a:pPr marL="0" indent="0" algn="l">
              <a:lnSpc>
                <a:spcPct val="130000"/>
              </a:lnSpc>
              <a:spcAft>
                <a:spcPts val="100"/>
              </a:spcAft>
              <a:buNone/>
            </a:pPr>
            <a:r>
              <a:rPr lang="en-US" sz="1200" dirty="0">
                <a:solidFill>
                  <a:srgbClr val="FFFFFF"/>
                </a:solidFill>
                <a:latin typeface="Consolas" pitchFamily="34" charset="0"/>
                <a:ea typeface="Consolas" pitchFamily="34" charset="-122"/>
                <a:cs typeface="Consolas" pitchFamily="34" charset="-120"/>
              </a:rPr>
              <a:t>  "paper A comparison with prior work"</a:t>
            </a:r>
            <a:endParaRPr lang="en-US" sz="1200" dirty="0"/>
          </a:p>
          <a:p>
            <a:pPr marL="0" indent="0" algn="l">
              <a:lnSpc>
                <a:spcPct val="130000"/>
              </a:lnSpc>
              <a:spcAft>
                <a:spcPts val="100"/>
              </a:spcAft>
              <a:buNone/>
            </a:pPr>
            <a:r>
              <a:rPr lang="en-US" sz="1200" dirty="0">
                <a:solidFill>
                  <a:srgbClr val="FFFFFF"/>
                </a:solidFill>
                <a:latin typeface="Consolas" pitchFamily="34" charset="0"/>
                <a:ea typeface="Consolas" pitchFamily="34" charset="-122"/>
                <a:cs typeface="Consolas" pitchFamily="34" charset="-120"/>
              </a:rPr>
              <a:t>]</a:t>
            </a:r>
            <a:endParaRPr lang="en-US" sz="1200" dirty="0"/>
          </a:p>
        </p:txBody>
      </p:sp>
      <p:sp>
        <p:nvSpPr>
          <p:cNvPr id="9" name="Text 7"/>
          <p:cNvSpPr txBox="1"/>
          <p:nvPr/>
        </p:nvSpPr>
        <p:spPr>
          <a:xfrm>
            <a:off x="6263640" y="3310128"/>
            <a:ext cx="5257800" cy="365760"/>
          </a:xfrm>
          <a:prstGeom prst="rect">
            <a:avLst/>
          </a:prstGeom>
          <a:noFill/>
          <a:ln/>
        </p:spPr>
        <p:txBody>
          <a:bodyPr wrap="square" lIns="0" tIns="0" rIns="0" bIns="0" rtlCol="0" anchor="ctr"/>
          <a:lstStyle/>
          <a:p>
            <a:pPr marL="0" indent="0" algn="l">
              <a:lnSpc>
                <a:spcPct val="130000"/>
              </a:lnSpc>
              <a:buNone/>
            </a:pPr>
            <a:r>
              <a:rPr lang="en-US" sz="1500" b="1" dirty="0">
                <a:solidFill>
                  <a:srgbClr val="FFFFFF"/>
                </a:solidFill>
                <a:latin typeface="Malgun Gothic" pitchFamily="34" charset="0"/>
                <a:ea typeface="Malgun Gothic" pitchFamily="34" charset="-122"/>
                <a:cs typeface="Malgun Gothic" pitchFamily="34" charset="-120"/>
              </a:rPr>
              <a:t>로그에 남는 형태</a:t>
            </a:r>
            <a:endParaRPr lang="en-US" sz="1500" dirty="0"/>
          </a:p>
        </p:txBody>
      </p:sp>
      <p:sp>
        <p:nvSpPr>
          <p:cNvPr id="10" name="Shape 8"/>
          <p:cNvSpPr/>
          <p:nvPr/>
        </p:nvSpPr>
        <p:spPr>
          <a:xfrm>
            <a:off x="6263640" y="3703320"/>
            <a:ext cx="5257800" cy="731520"/>
          </a:xfrm>
          <a:prstGeom prst="rect">
            <a:avLst/>
          </a:prstGeom>
          <a:solidFill>
            <a:srgbClr val="191914"/>
          </a:solidFill>
          <a:ln w="9525">
            <a:solidFill>
              <a:srgbClr val="3C3C3C"/>
            </a:solidFill>
            <a:prstDash val="solid"/>
          </a:ln>
        </p:spPr>
      </p:sp>
      <p:sp>
        <p:nvSpPr>
          <p:cNvPr id="11" name="Text 9"/>
          <p:cNvSpPr txBox="1"/>
          <p:nvPr/>
        </p:nvSpPr>
        <p:spPr>
          <a:xfrm>
            <a:off x="6428232" y="3813048"/>
            <a:ext cx="4928616" cy="512064"/>
          </a:xfrm>
          <a:prstGeom prst="rect">
            <a:avLst/>
          </a:prstGeom>
          <a:noFill/>
          <a:ln/>
        </p:spPr>
        <p:txBody>
          <a:bodyPr wrap="square" lIns="0" tIns="0" rIns="0" bIns="0" rtlCol="0" anchor="t"/>
          <a:lstStyle/>
          <a:p>
            <a:pPr marL="0" indent="0" algn="l">
              <a:lnSpc>
                <a:spcPct val="130000"/>
              </a:lnSpc>
              <a:spcAft>
                <a:spcPts val="100"/>
              </a:spcAft>
              <a:buNone/>
            </a:pPr>
            <a:r>
              <a:rPr lang="en-US" sz="1200" dirty="0">
                <a:solidFill>
                  <a:srgbClr val="FFFFFF"/>
                </a:solidFill>
                <a:latin typeface="Consolas" pitchFamily="34" charset="0"/>
                <a:ea typeface="Consolas" pitchFamily="34" charset="-122"/>
                <a:cs typeface="Consolas" pitchFamily="34" charset="-120"/>
              </a:rPr>
              <a:t>[rewrite] ['A 논문이 개선 ...',</a:t>
            </a:r>
            <a:endParaRPr lang="en-US" sz="1200" dirty="0"/>
          </a:p>
          <a:p>
            <a:pPr marL="0" indent="0" algn="l">
              <a:lnSpc>
                <a:spcPct val="130000"/>
              </a:lnSpc>
              <a:spcAft>
                <a:spcPts val="100"/>
              </a:spcAft>
              <a:buNone/>
            </a:pPr>
            <a:r>
              <a:rPr lang="en-US" sz="1200" dirty="0">
                <a:solidFill>
                  <a:srgbClr val="FFFFFF"/>
                </a:solidFill>
                <a:latin typeface="Consolas" pitchFamily="34" charset="0"/>
                <a:ea typeface="Consolas" pitchFamily="34" charset="-122"/>
                <a:cs typeface="Consolas" pitchFamily="34" charset="-120"/>
              </a:rPr>
              <a:t>           'baseline method ...', ...]</a:t>
            </a:r>
            <a:endParaRPr lang="en-US" sz="1200" dirty="0"/>
          </a:p>
        </p:txBody>
      </p:sp>
      <p:sp>
        <p:nvSpPr>
          <p:cNvPr id="12" name="Text 10"/>
          <p:cNvSpPr txBox="1"/>
          <p:nvPr/>
        </p:nvSpPr>
        <p:spPr>
          <a:xfrm>
            <a:off x="640080" y="4617720"/>
            <a:ext cx="10881360" cy="1508760"/>
          </a:xfrm>
          <a:prstGeom prst="rect">
            <a:avLst/>
          </a:prstGeom>
          <a:noFill/>
          <a:ln/>
        </p:spPr>
        <p:txBody>
          <a:bodyPr wrap="square" lIns="0" tIns="0" rIns="0" bIns="0" rtlCol="0" anchor="t"/>
          <a:lstStyle/>
          <a:p>
            <a:pPr marL="228600" indent="-228600" algn="l">
              <a:lnSpc>
                <a:spcPct val="135000"/>
              </a:lnSpc>
              <a:spcAft>
                <a:spcPts val="400"/>
              </a:spcAft>
              <a:buSzPct val="100000"/>
              <a:buChar char="•"/>
            </a:pPr>
            <a:r>
              <a:rPr lang="en-US" sz="1300" b="1" dirty="0">
                <a:solidFill>
                  <a:srgbClr val="FFD733"/>
                </a:solidFill>
                <a:latin typeface="Malgun Gothic" pitchFamily="34" charset="0"/>
                <a:ea typeface="Malgun Gothic" pitchFamily="34" charset="-122"/>
                <a:cs typeface="Malgun Gothic" pitchFamily="34" charset="-120"/>
              </a:rPr>
              <a:t>영어 질의를 요구하는 이유: </a:t>
            </a:r>
            <a:r>
              <a:rPr lang="en-US" sz="1300" dirty="0">
                <a:solidFill>
                  <a:srgbClr val="FFFFFF"/>
                </a:solidFill>
                <a:latin typeface="Malgun Gothic" pitchFamily="34" charset="0"/>
                <a:ea typeface="Malgun Gothic" pitchFamily="34" charset="-122"/>
                <a:cs typeface="Malgun Gothic" pitchFamily="34" charset="-120"/>
              </a:rPr>
              <a:t>코퍼스의 영문 논문 21편은 한국어 질의로는 단어 일치 검색에 </a:t>
            </a:r>
            <a:r>
              <a:rPr lang="en-US" sz="1300" dirty="0" err="1">
                <a:solidFill>
                  <a:srgbClr val="FFFFFF"/>
                </a:solidFill>
                <a:latin typeface="Malgun Gothic" pitchFamily="34" charset="0"/>
                <a:ea typeface="Malgun Gothic" pitchFamily="34" charset="-122"/>
                <a:cs typeface="Malgun Gothic" pitchFamily="34" charset="-120"/>
              </a:rPr>
              <a:t>걸리지</a:t>
            </a:r>
            <a:r>
              <a:rPr lang="en-US" sz="1300" dirty="0">
                <a:solidFill>
                  <a:srgbClr val="FFFFFF"/>
                </a:solidFill>
                <a:latin typeface="Malgun Gothic" pitchFamily="34" charset="0"/>
                <a:ea typeface="Malgun Gothic" pitchFamily="34" charset="-122"/>
                <a:cs typeface="Malgun Gothic" pitchFamily="34" charset="-120"/>
              </a:rPr>
              <a:t> </a:t>
            </a:r>
            <a:r>
              <a:rPr lang="en-US" sz="1300" dirty="0" err="1">
                <a:solidFill>
                  <a:srgbClr val="FFFFFF"/>
                </a:solidFill>
                <a:latin typeface="Malgun Gothic" pitchFamily="34" charset="0"/>
                <a:ea typeface="Malgun Gothic" pitchFamily="34" charset="-122"/>
                <a:cs typeface="Malgun Gothic" pitchFamily="34" charset="-120"/>
              </a:rPr>
              <a:t>않음</a:t>
            </a:r>
            <a:endParaRPr lang="en-US" sz="1300" dirty="0">
              <a:solidFill>
                <a:srgbClr val="FFFFFF"/>
              </a:solidFill>
              <a:latin typeface="Malgun Gothic" pitchFamily="34" charset="0"/>
              <a:ea typeface="Malgun Gothic" pitchFamily="34" charset="-122"/>
              <a:cs typeface="Malgun Gothic" pitchFamily="34" charset="-120"/>
            </a:endParaRPr>
          </a:p>
        </p:txBody>
      </p:sp>
      <p:sp>
        <p:nvSpPr>
          <p:cNvPr id="13" name="Shape 11"/>
          <p:cNvSpPr/>
          <p:nvPr/>
        </p:nvSpPr>
        <p:spPr>
          <a:xfrm>
            <a:off x="640080" y="6263640"/>
            <a:ext cx="10881360" cy="0"/>
          </a:xfrm>
          <a:prstGeom prst="line">
            <a:avLst/>
          </a:prstGeom>
          <a:noFill/>
          <a:ln w="9525">
            <a:solidFill>
              <a:srgbClr val="8A7A2A"/>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0">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설계</a:t>
            </a:r>
            <a:r>
              <a:rPr lang="en-US" sz="2800" b="1" dirty="0">
                <a:solidFill>
                  <a:srgbClr val="FFFFFF"/>
                </a:solidFill>
                <a:latin typeface="Malgun Gothic" pitchFamily="34" charset="0"/>
                <a:ea typeface="Malgun Gothic" pitchFamily="34" charset="-122"/>
                <a:cs typeface="Malgun Gothic" pitchFamily="34" charset="-120"/>
              </a:rPr>
              <a:t> — </a:t>
            </a:r>
            <a:r>
              <a:rPr lang="en-US" sz="2800" b="1" dirty="0" err="1">
                <a:solidFill>
                  <a:srgbClr val="FFFFFF"/>
                </a:solidFill>
                <a:latin typeface="Malgun Gothic" pitchFamily="34" charset="0"/>
                <a:ea typeface="Malgun Gothic" pitchFamily="34" charset="-122"/>
                <a:cs typeface="Malgun Gothic" pitchFamily="34" charset="-120"/>
              </a:rPr>
              <a:t>verify_answer</a:t>
            </a:r>
            <a:r>
              <a:rPr lang="en-US" sz="2800" b="1" dirty="0">
                <a:solidFill>
                  <a:srgbClr val="FFFFFF"/>
                </a:solidFill>
                <a:latin typeface="Malgun Gothic" pitchFamily="34" charset="0"/>
                <a:ea typeface="Malgun Gothic" pitchFamily="34" charset="-122"/>
                <a:cs typeface="Malgun Gothic" pitchFamily="34" charset="-120"/>
              </a:rPr>
              <a:t> </a:t>
            </a:r>
            <a:r>
              <a:rPr lang="ko-KR" altLang="en-US" sz="2800" b="1" dirty="0">
                <a:solidFill>
                  <a:srgbClr val="FFFFFF"/>
                </a:solidFill>
                <a:latin typeface="Malgun Gothic" pitchFamily="34" charset="0"/>
                <a:ea typeface="Malgun Gothic" pitchFamily="34" charset="-122"/>
                <a:cs typeface="Malgun Gothic" pitchFamily="34" charset="-120"/>
              </a:rPr>
              <a:t>함수 </a:t>
            </a:r>
            <a:r>
              <a:rPr lang="en-US" altLang="ko-KR" sz="2800" b="1" dirty="0">
                <a:solidFill>
                  <a:srgbClr val="FFFFFF"/>
                </a:solidFill>
                <a:latin typeface="Malgun Gothic" pitchFamily="34" charset="0"/>
                <a:ea typeface="Malgun Gothic" pitchFamily="34" charset="-122"/>
                <a:cs typeface="Malgun Gothic" pitchFamily="34" charset="-120"/>
              </a:rPr>
              <a:t>– </a:t>
            </a:r>
            <a:r>
              <a:rPr lang="ko-KR" altLang="en-US" sz="2800" b="1" dirty="0">
                <a:solidFill>
                  <a:srgbClr val="FFFFFF"/>
                </a:solidFill>
                <a:latin typeface="Malgun Gothic" pitchFamily="34" charset="0"/>
                <a:ea typeface="Malgun Gothic" pitchFamily="34" charset="-122"/>
                <a:cs typeface="Malgun Gothic" pitchFamily="34" charset="-120"/>
              </a:rPr>
              <a:t>답이 맞는지 검증</a:t>
            </a:r>
            <a:endParaRPr lang="en-US" sz="2800" dirty="0"/>
          </a:p>
        </p:txBody>
      </p:sp>
      <p:sp>
        <p:nvSpPr>
          <p:cNvPr id="3" name="Shape 1"/>
          <p:cNvSpPr/>
          <p:nvPr/>
        </p:nvSpPr>
        <p:spPr>
          <a:xfrm>
            <a:off x="640080" y="1417320"/>
            <a:ext cx="4754880" cy="3154680"/>
          </a:xfrm>
          <a:prstGeom prst="roundRect">
            <a:avLst>
              <a:gd name="adj" fmla="val 2319"/>
            </a:avLst>
          </a:prstGeom>
          <a:solidFill>
            <a:srgbClr val="262626"/>
          </a:solidFill>
          <a:ln w="19050">
            <a:solidFill>
              <a:srgbClr val="FFD733"/>
            </a:solidFill>
            <a:prstDash val="solid"/>
          </a:ln>
        </p:spPr>
      </p:sp>
      <p:sp>
        <p:nvSpPr>
          <p:cNvPr id="4" name="Text 2"/>
          <p:cNvSpPr txBox="1"/>
          <p:nvPr/>
        </p:nvSpPr>
        <p:spPr>
          <a:xfrm>
            <a:off x="822960" y="1545336"/>
            <a:ext cx="4389120" cy="411480"/>
          </a:xfrm>
          <a:prstGeom prst="rect">
            <a:avLst/>
          </a:prstGeom>
          <a:noFill/>
          <a:ln/>
        </p:spPr>
        <p:txBody>
          <a:bodyPr wrap="square" lIns="0" tIns="0" rIns="0" bIns="0" rtlCol="0" anchor="ctr"/>
          <a:lstStyle/>
          <a:p>
            <a:pPr marL="0" indent="0" algn="l">
              <a:lnSpc>
                <a:spcPct val="130000"/>
              </a:lnSpc>
              <a:buNone/>
            </a:pPr>
            <a:r>
              <a:rPr lang="en-US" sz="1600" b="1" dirty="0">
                <a:solidFill>
                  <a:srgbClr val="FFD733"/>
                </a:solidFill>
                <a:latin typeface="Malgun Gothic" pitchFamily="34" charset="0"/>
                <a:ea typeface="Malgun Gothic" pitchFamily="34" charset="-122"/>
                <a:cs typeface="Malgun Gothic" pitchFamily="34" charset="-120"/>
              </a:rPr>
              <a:t>LLM에 보내는 것</a:t>
            </a:r>
            <a:endParaRPr lang="en-US" sz="1600" dirty="0"/>
          </a:p>
        </p:txBody>
      </p:sp>
      <p:sp>
        <p:nvSpPr>
          <p:cNvPr id="5" name="Text 3"/>
          <p:cNvSpPr txBox="1"/>
          <p:nvPr/>
        </p:nvSpPr>
        <p:spPr>
          <a:xfrm>
            <a:off x="822960" y="2029968"/>
            <a:ext cx="4389120" cy="2432304"/>
          </a:xfrm>
          <a:prstGeom prst="rect">
            <a:avLst/>
          </a:prstGeom>
          <a:noFill/>
          <a:ln/>
        </p:spPr>
        <p:txBody>
          <a:bodyPr wrap="square" lIns="0" tIns="0" rIns="0" bIns="0" rtlCol="0" anchor="t"/>
          <a:lstStyle/>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답변 초안 전문</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초안 생성에 쓴 청크 전부([1]~[n] 번호, 파일명, 쪽, 본문)</a:t>
            </a:r>
            <a:endParaRPr lang="en-US" sz="1350" dirty="0"/>
          </a:p>
          <a:p>
            <a:pPr marL="228600" indent="-228600" algn="l">
              <a:lnSpc>
                <a:spcPct val="130000"/>
              </a:lnSpc>
              <a:spcAft>
                <a:spcPts val="600"/>
              </a:spcAft>
              <a:buSzPct val="100000"/>
              <a:buChar char="•"/>
            </a:pPr>
            <a:r>
              <a:rPr lang="en-US" sz="1350" b="1" dirty="0">
                <a:solidFill>
                  <a:srgbClr val="FFFFFF"/>
                </a:solidFill>
                <a:latin typeface="Malgun Gothic" pitchFamily="34" charset="0"/>
                <a:ea typeface="Malgun Gothic" pitchFamily="34" charset="-122"/>
                <a:cs typeface="Malgun Gothic" pitchFamily="34" charset="-120"/>
              </a:rPr>
              <a:t>판정 전용 system </a:t>
            </a:r>
            <a:r>
              <a:rPr lang="en-US" sz="1350" b="1" dirty="0" err="1">
                <a:solidFill>
                  <a:srgbClr val="FFFFFF"/>
                </a:solidFill>
                <a:latin typeface="Malgun Gothic" pitchFamily="34" charset="0"/>
                <a:ea typeface="Malgun Gothic" pitchFamily="34" charset="-122"/>
                <a:cs typeface="Malgun Gothic" pitchFamily="34" charset="-120"/>
              </a:rPr>
              <a:t>지시문</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"JSON 배열로만 출력" 지시</a:t>
            </a:r>
            <a:endParaRPr lang="en-US" sz="1350" dirty="0"/>
          </a:p>
        </p:txBody>
      </p:sp>
      <p:sp>
        <p:nvSpPr>
          <p:cNvPr id="6" name="Text 4"/>
          <p:cNvSpPr txBox="1"/>
          <p:nvPr/>
        </p:nvSpPr>
        <p:spPr>
          <a:xfrm>
            <a:off x="5669280" y="1417320"/>
            <a:ext cx="5852160" cy="365760"/>
          </a:xfrm>
          <a:prstGeom prst="rect">
            <a:avLst/>
          </a:prstGeom>
          <a:noFill/>
          <a:ln/>
        </p:spPr>
        <p:txBody>
          <a:bodyPr wrap="square" lIns="0" tIns="0" rIns="0" bIns="0" rtlCol="0" anchor="ctr"/>
          <a:lstStyle/>
          <a:p>
            <a:pPr marL="0" indent="0" algn="l">
              <a:lnSpc>
                <a:spcPct val="130000"/>
              </a:lnSpc>
              <a:buNone/>
            </a:pPr>
            <a:r>
              <a:rPr lang="en-US" sz="1500" b="1" dirty="0">
                <a:solidFill>
                  <a:srgbClr val="FFFFFF"/>
                </a:solidFill>
                <a:latin typeface="Malgun Gothic" pitchFamily="34" charset="0"/>
                <a:ea typeface="Malgun Gothic" pitchFamily="34" charset="-122"/>
                <a:cs typeface="Malgun Gothic" pitchFamily="34" charset="-120"/>
              </a:rPr>
              <a:t>출력 예시</a:t>
            </a:r>
            <a:endParaRPr lang="en-US" sz="1500" dirty="0"/>
          </a:p>
        </p:txBody>
      </p:sp>
      <p:sp>
        <p:nvSpPr>
          <p:cNvPr id="7" name="Shape 5"/>
          <p:cNvSpPr/>
          <p:nvPr/>
        </p:nvSpPr>
        <p:spPr>
          <a:xfrm>
            <a:off x="5669280" y="1828800"/>
            <a:ext cx="5852160" cy="2743200"/>
          </a:xfrm>
          <a:prstGeom prst="rect">
            <a:avLst/>
          </a:prstGeom>
          <a:solidFill>
            <a:srgbClr val="191914"/>
          </a:solidFill>
          <a:ln w="9525">
            <a:solidFill>
              <a:srgbClr val="3C3C3C"/>
            </a:solidFill>
            <a:prstDash val="solid"/>
          </a:ln>
        </p:spPr>
      </p:sp>
      <p:sp>
        <p:nvSpPr>
          <p:cNvPr id="8" name="Text 6"/>
          <p:cNvSpPr txBox="1"/>
          <p:nvPr/>
        </p:nvSpPr>
        <p:spPr>
          <a:xfrm>
            <a:off x="5833872" y="1938528"/>
            <a:ext cx="5522976" cy="2523744"/>
          </a:xfrm>
          <a:prstGeom prst="rect">
            <a:avLst/>
          </a:prstGeom>
          <a:noFill/>
          <a:ln/>
        </p:spPr>
        <p:txBody>
          <a:bodyPr wrap="square" lIns="0" tIns="0" rIns="0" bIns="0" rtlCol="0" anchor="t"/>
          <a:lstStyle/>
          <a:p>
            <a:pPr marL="0" indent="0" algn="l">
              <a:lnSpc>
                <a:spcPct val="130000"/>
              </a:lnSpc>
              <a:spcAft>
                <a:spcPts val="100"/>
              </a:spcAft>
              <a:buNone/>
            </a:pPr>
            <a:r>
              <a:rPr lang="en-US" sz="1150" dirty="0">
                <a:solidFill>
                  <a:srgbClr val="FFFFFF"/>
                </a:solidFill>
                <a:latin typeface="Consolas" pitchFamily="34" charset="0"/>
                <a:ea typeface="Consolas" pitchFamily="34" charset="-122"/>
                <a:cs typeface="Consolas" pitchFamily="34" charset="-120"/>
              </a:rPr>
              <a:t>[</a:t>
            </a:r>
            <a:endParaRPr lang="en-US" sz="1150" dirty="0"/>
          </a:p>
          <a:p>
            <a:pPr marL="0" indent="0" algn="l">
              <a:lnSpc>
                <a:spcPct val="130000"/>
              </a:lnSpc>
              <a:spcAft>
                <a:spcPts val="100"/>
              </a:spcAft>
              <a:buNone/>
            </a:pPr>
            <a:r>
              <a:rPr lang="en-US" sz="1150" dirty="0">
                <a:solidFill>
                  <a:srgbClr val="FFFFFF"/>
                </a:solidFill>
                <a:latin typeface="Consolas" pitchFamily="34" charset="0"/>
                <a:ea typeface="Consolas" pitchFamily="34" charset="-122"/>
                <a:cs typeface="Consolas" pitchFamily="34" charset="-120"/>
              </a:rPr>
              <a:t> {"claim": "A 논문은 기존 방법 X를 개선했다",</a:t>
            </a:r>
            <a:endParaRPr lang="en-US" sz="1150" dirty="0"/>
          </a:p>
          <a:p>
            <a:pPr marL="0" indent="0" algn="l">
              <a:lnSpc>
                <a:spcPct val="130000"/>
              </a:lnSpc>
              <a:spcAft>
                <a:spcPts val="100"/>
              </a:spcAft>
              <a:buNone/>
            </a:pPr>
            <a:r>
              <a:rPr lang="en-US" sz="1150" dirty="0">
                <a:solidFill>
                  <a:srgbClr val="FFFFFF"/>
                </a:solidFill>
                <a:latin typeface="Consolas" pitchFamily="34" charset="0"/>
                <a:ea typeface="Consolas" pitchFamily="34" charset="-122"/>
                <a:cs typeface="Consolas" pitchFamily="34" charset="-120"/>
              </a:rPr>
              <a:t>  "supported": true,  "missing_query": ""},</a:t>
            </a:r>
            <a:endParaRPr lang="en-US" sz="1150" dirty="0"/>
          </a:p>
          <a:p>
            <a:pPr marL="0" indent="0" algn="l">
              <a:lnSpc>
                <a:spcPct val="130000"/>
              </a:lnSpc>
              <a:spcAft>
                <a:spcPts val="100"/>
              </a:spcAft>
              <a:buNone/>
            </a:pPr>
            <a:r>
              <a:rPr lang="en-US" sz="1150" dirty="0">
                <a:solidFill>
                  <a:srgbClr val="FFFFFF"/>
                </a:solidFill>
                <a:latin typeface="Consolas" pitchFamily="34" charset="0"/>
                <a:ea typeface="Consolas" pitchFamily="34" charset="-122"/>
                <a:cs typeface="Consolas" pitchFamily="34" charset="-120"/>
              </a:rPr>
              <a:t> {"claim": "X는 2019년에 ○○가 제안했다",</a:t>
            </a:r>
            <a:endParaRPr lang="en-US" sz="1150" dirty="0"/>
          </a:p>
          <a:p>
            <a:pPr marL="0" indent="0" algn="l">
              <a:lnSpc>
                <a:spcPct val="130000"/>
              </a:lnSpc>
              <a:spcAft>
                <a:spcPts val="100"/>
              </a:spcAft>
              <a:buNone/>
            </a:pPr>
            <a:r>
              <a:rPr lang="en-US" sz="1150" dirty="0">
                <a:solidFill>
                  <a:srgbClr val="FFFFFF"/>
                </a:solidFill>
                <a:latin typeface="Consolas" pitchFamily="34" charset="0"/>
                <a:ea typeface="Consolas" pitchFamily="34" charset="-122"/>
                <a:cs typeface="Consolas" pitchFamily="34" charset="-120"/>
              </a:rPr>
              <a:t>  "supported": false,</a:t>
            </a:r>
            <a:endParaRPr lang="en-US" sz="1150" dirty="0"/>
          </a:p>
          <a:p>
            <a:pPr marL="0" indent="0" algn="l">
              <a:lnSpc>
                <a:spcPct val="130000"/>
              </a:lnSpc>
              <a:spcAft>
                <a:spcPts val="100"/>
              </a:spcAft>
              <a:buNone/>
            </a:pPr>
            <a:r>
              <a:rPr lang="en-US" sz="1150" dirty="0">
                <a:solidFill>
                  <a:srgbClr val="FFFFFF"/>
                </a:solidFill>
                <a:latin typeface="Consolas" pitchFamily="34" charset="0"/>
                <a:ea typeface="Consolas" pitchFamily="34" charset="-122"/>
                <a:cs typeface="Consolas" pitchFamily="34" charset="-120"/>
              </a:rPr>
              <a:t>  "missing_query": "X original paper authors year"}</a:t>
            </a:r>
            <a:endParaRPr lang="en-US" sz="1150" dirty="0"/>
          </a:p>
          <a:p>
            <a:pPr marL="0" indent="0" algn="l">
              <a:lnSpc>
                <a:spcPct val="130000"/>
              </a:lnSpc>
              <a:spcAft>
                <a:spcPts val="100"/>
              </a:spcAft>
              <a:buNone/>
            </a:pPr>
            <a:r>
              <a:rPr lang="en-US" sz="1150" dirty="0">
                <a:solidFill>
                  <a:srgbClr val="FFFFFF"/>
                </a:solidFill>
                <a:latin typeface="Consolas" pitchFamily="34" charset="0"/>
                <a:ea typeface="Consolas" pitchFamily="34" charset="-122"/>
                <a:cs typeface="Consolas" pitchFamily="34" charset="-120"/>
              </a:rPr>
              <a:t>]</a:t>
            </a:r>
            <a:endParaRPr lang="en-US" sz="1150" dirty="0"/>
          </a:p>
        </p:txBody>
      </p:sp>
      <p:sp>
        <p:nvSpPr>
          <p:cNvPr id="9" name="Text 7"/>
          <p:cNvSpPr txBox="1"/>
          <p:nvPr/>
        </p:nvSpPr>
        <p:spPr>
          <a:xfrm>
            <a:off x="640080" y="4800600"/>
            <a:ext cx="10881360" cy="1828800"/>
          </a:xfrm>
          <a:prstGeom prst="rect">
            <a:avLst/>
          </a:prstGeom>
          <a:noFill/>
          <a:ln/>
        </p:spPr>
        <p:txBody>
          <a:bodyPr wrap="square" lIns="0" tIns="0" rIns="0" bIns="0" rtlCol="0" anchor="t"/>
          <a:lstStyle/>
          <a:p>
            <a:pPr marL="228600" indent="-228600" algn="l">
              <a:lnSpc>
                <a:spcPct val="135000"/>
              </a:lnSpc>
              <a:spcAft>
                <a:spcPts val="500"/>
              </a:spcAft>
              <a:buSzPct val="100000"/>
              <a:buChar char="•"/>
            </a:pPr>
            <a:r>
              <a:rPr lang="en-US" sz="1350" b="1" dirty="0" err="1">
                <a:solidFill>
                  <a:srgbClr val="FFD733"/>
                </a:solidFill>
                <a:latin typeface="Malgun Gothic" pitchFamily="34" charset="0"/>
                <a:ea typeface="Malgun Gothic" pitchFamily="34" charset="-122"/>
                <a:cs typeface="Malgun Gothic" pitchFamily="34" charset="-120"/>
              </a:rPr>
              <a:t>missing_query</a:t>
            </a:r>
            <a:r>
              <a:rPr lang="ko-KR" altLang="en-US" sz="1350" b="1" dirty="0">
                <a:solidFill>
                  <a:srgbClr val="FFD733"/>
                </a:solidFill>
                <a:latin typeface="Malgun Gothic" pitchFamily="34" charset="0"/>
                <a:ea typeface="Malgun Gothic" pitchFamily="34" charset="-122"/>
                <a:cs typeface="Malgun Gothic" pitchFamily="34" charset="-120"/>
              </a:rPr>
              <a:t>를 받아 그 이후에 </a:t>
            </a:r>
            <a:r>
              <a:rPr lang="ko-KR" altLang="en-US" sz="1350" b="1" dirty="0" err="1">
                <a:solidFill>
                  <a:srgbClr val="FFD733"/>
                </a:solidFill>
                <a:latin typeface="Malgun Gothic" pitchFamily="34" charset="0"/>
                <a:ea typeface="Malgun Gothic" pitchFamily="34" charset="-122"/>
                <a:cs typeface="Malgun Gothic" pitchFamily="34" charset="-120"/>
              </a:rPr>
              <a:t>재검색</a:t>
            </a:r>
            <a:r>
              <a:rPr lang="en-US" sz="1350" b="1" dirty="0">
                <a:solidFill>
                  <a:srgbClr val="FFD733"/>
                </a:solidFill>
                <a:latin typeface="Malgun Gothic" pitchFamily="34" charset="0"/>
                <a:ea typeface="Malgun Gothic" pitchFamily="34" charset="-122"/>
                <a:cs typeface="Malgun Gothic" pitchFamily="34" charset="-120"/>
              </a:rPr>
              <a:t>: </a:t>
            </a:r>
            <a:r>
              <a:rPr lang="en-US" sz="1350" dirty="0">
                <a:solidFill>
                  <a:srgbClr val="FFFFFF"/>
                </a:solidFill>
                <a:latin typeface="Malgun Gothic" pitchFamily="34" charset="0"/>
                <a:ea typeface="Malgun Gothic" pitchFamily="34" charset="-122"/>
                <a:cs typeface="Malgun Gothic" pitchFamily="34" charset="-120"/>
              </a:rPr>
              <a:t>근거가 없는 주장에 대해 "무엇을 검색하면 근거를 찾을 수 있을지"를 LLM이 제안한 검색어. 재검색의 입력이 됨</a:t>
            </a:r>
            <a:endParaRPr lang="en-US" sz="1350" dirty="0"/>
          </a:p>
          <a:p>
            <a:pPr marL="228600" indent="-228600" algn="l">
              <a:lnSpc>
                <a:spcPct val="135000"/>
              </a:lnSpc>
              <a:spcAft>
                <a:spcPts val="500"/>
              </a:spcAft>
              <a:buSzPct val="100000"/>
              <a:buChar char="•"/>
            </a:pPr>
            <a:r>
              <a:rPr lang="en-US" sz="1350" b="1" dirty="0">
                <a:solidFill>
                  <a:srgbClr val="FFD733"/>
                </a:solidFill>
                <a:latin typeface="Malgun Gothic" pitchFamily="34" charset="0"/>
                <a:ea typeface="Malgun Gothic" pitchFamily="34" charset="-122"/>
                <a:cs typeface="Malgun Gothic" pitchFamily="34" charset="-120"/>
              </a:rPr>
              <a:t>초안이 "찾을 수 없다"인 경우: </a:t>
            </a:r>
            <a:r>
              <a:rPr lang="en-US" sz="1350" dirty="0">
                <a:solidFill>
                  <a:srgbClr val="FFFFFF"/>
                </a:solidFill>
                <a:latin typeface="Malgun Gothic" pitchFamily="34" charset="0"/>
                <a:ea typeface="Malgun Gothic" pitchFamily="34" charset="-122"/>
                <a:cs typeface="Malgun Gothic" pitchFamily="34" charset="-120"/>
              </a:rPr>
              <a:t>supported=false로 두고, 다른 표현의 검색어를 missing_query에 넣게 함. 표현을 바꿔 한 번 더 찾아볼 </a:t>
            </a:r>
            <a:r>
              <a:rPr lang="en-US" sz="1350" dirty="0" err="1">
                <a:solidFill>
                  <a:srgbClr val="FFFFFF"/>
                </a:solidFill>
                <a:latin typeface="Malgun Gothic" pitchFamily="34" charset="0"/>
                <a:ea typeface="Malgun Gothic" pitchFamily="34" charset="-122"/>
                <a:cs typeface="Malgun Gothic" pitchFamily="34" charset="-120"/>
              </a:rPr>
              <a:t>기회를</a:t>
            </a:r>
            <a:r>
              <a:rPr lang="en-US" sz="1350" dirty="0">
                <a:solidFill>
                  <a:srgbClr val="FFFFFF"/>
                </a:solidFill>
                <a:latin typeface="Malgun Gothic" pitchFamily="34" charset="0"/>
                <a:ea typeface="Malgun Gothic" pitchFamily="34" charset="-122"/>
                <a:cs typeface="Malgun Gothic" pitchFamily="34" charset="-120"/>
              </a:rPr>
              <a:t> 줌</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2">
    <p:bg>
      <p:bgPr>
        <a:solidFill>
          <a:srgbClr val="121212"/>
        </a:solidFill>
        <a:effectLst/>
      </p:bgPr>
    </p:bg>
    <p:spTree>
      <p:nvGrpSpPr>
        <p:cNvPr id="1" name=""/>
        <p:cNvGrpSpPr/>
        <p:nvPr/>
      </p:nvGrpSpPr>
      <p:grpSpPr>
        <a:xfrm>
          <a:off x="0" y="0"/>
          <a:ext cx="0" cy="0"/>
          <a:chOff x="0" y="0"/>
          <a:chExt cx="0" cy="0"/>
        </a:xfrm>
      </p:grpSpPr>
      <p:sp>
        <p:nvSpPr>
          <p:cNvPr id="3" name="Text 1"/>
          <p:cNvSpPr txBox="1"/>
          <p:nvPr/>
        </p:nvSpPr>
        <p:spPr>
          <a:xfrm>
            <a:off x="822960" y="2743200"/>
            <a:ext cx="10515600" cy="914400"/>
          </a:xfrm>
          <a:prstGeom prst="rect">
            <a:avLst/>
          </a:prstGeom>
          <a:noFill/>
          <a:ln/>
        </p:spPr>
        <p:txBody>
          <a:bodyPr wrap="square" lIns="0" tIns="0" rIns="0" bIns="0" rtlCol="0" anchor="ctr"/>
          <a:lstStyle/>
          <a:p>
            <a:pPr marL="0" indent="0" algn="ctr">
              <a:lnSpc>
                <a:spcPct val="130000"/>
              </a:lnSpc>
              <a:buNone/>
            </a:pPr>
            <a:r>
              <a:rPr lang="ko-KR" altLang="en-US" sz="4000" b="1" dirty="0" err="1">
                <a:solidFill>
                  <a:srgbClr val="FFFFFF"/>
                </a:solidFill>
                <a:latin typeface="Malgun Gothic" pitchFamily="34" charset="0"/>
                <a:ea typeface="Malgun Gothic" pitchFamily="34" charset="-122"/>
                <a:cs typeface="Malgun Gothic" pitchFamily="34" charset="-120"/>
              </a:rPr>
              <a:t>에이전틱</a:t>
            </a:r>
            <a:r>
              <a:rPr lang="ko-KR" altLang="en-US" sz="4000" b="1" dirty="0">
                <a:solidFill>
                  <a:srgbClr val="FFFFFF"/>
                </a:solidFill>
                <a:latin typeface="Malgun Gothic" pitchFamily="34" charset="0"/>
                <a:ea typeface="Malgun Gothic" pitchFamily="34" charset="-122"/>
                <a:cs typeface="Malgun Gothic" pitchFamily="34" charset="-120"/>
              </a:rPr>
              <a:t> </a:t>
            </a:r>
            <a:r>
              <a:rPr lang="en-US" altLang="ko-KR" sz="4000" b="1" dirty="0">
                <a:solidFill>
                  <a:srgbClr val="FFFFFF"/>
                </a:solidFill>
                <a:latin typeface="Malgun Gothic" pitchFamily="34" charset="0"/>
                <a:ea typeface="Malgun Gothic" pitchFamily="34" charset="-122"/>
                <a:cs typeface="Malgun Gothic" pitchFamily="34" charset="-120"/>
              </a:rPr>
              <a:t>RAG </a:t>
            </a:r>
            <a:r>
              <a:rPr lang="en-US" sz="4000" b="1" dirty="0" err="1">
                <a:solidFill>
                  <a:srgbClr val="FFFFFF"/>
                </a:solidFill>
                <a:latin typeface="Malgun Gothic" pitchFamily="34" charset="0"/>
                <a:ea typeface="Malgun Gothic" pitchFamily="34" charset="-122"/>
                <a:cs typeface="Malgun Gothic" pitchFamily="34" charset="-120"/>
              </a:rPr>
              <a:t>만들기</a:t>
            </a:r>
            <a:endParaRPr lang="en-US" sz="4000" dirty="0"/>
          </a:p>
        </p:txBody>
      </p:sp>
      <p:sp>
        <p:nvSpPr>
          <p:cNvPr id="4" name="Shape 2"/>
          <p:cNvSpPr/>
          <p:nvPr/>
        </p:nvSpPr>
        <p:spPr>
          <a:xfrm>
            <a:off x="5394960" y="3794760"/>
            <a:ext cx="1371600" cy="0"/>
          </a:xfrm>
          <a:prstGeom prst="line">
            <a:avLst/>
          </a:prstGeom>
          <a:noFill/>
          <a:ln w="19050">
            <a:solidFill>
              <a:srgbClr val="FFD733"/>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3">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실습</a:t>
            </a:r>
            <a:r>
              <a:rPr lang="en-US" sz="2800" b="1" dirty="0">
                <a:solidFill>
                  <a:srgbClr val="FFFFFF"/>
                </a:solidFill>
                <a:latin typeface="Malgun Gothic" pitchFamily="34" charset="0"/>
                <a:ea typeface="Malgun Gothic" pitchFamily="34" charset="-122"/>
                <a:cs typeface="Malgun Gothic" pitchFamily="34" charset="-120"/>
              </a:rPr>
              <a:t> — 프롬프트의 입력과 출력</a:t>
            </a:r>
            <a:endParaRPr lang="en-US" sz="2800" dirty="0"/>
          </a:p>
        </p:txBody>
      </p:sp>
      <p:sp>
        <p:nvSpPr>
          <p:cNvPr id="3" name="Shape 1"/>
          <p:cNvSpPr/>
          <p:nvPr/>
        </p:nvSpPr>
        <p:spPr>
          <a:xfrm>
            <a:off x="640080" y="1463040"/>
            <a:ext cx="3017520" cy="3291840"/>
          </a:xfrm>
          <a:prstGeom prst="roundRect">
            <a:avLst>
              <a:gd name="adj" fmla="val 2424"/>
            </a:avLst>
          </a:prstGeom>
          <a:solidFill>
            <a:srgbClr val="1D1D1D"/>
          </a:solidFill>
          <a:ln w="9525">
            <a:solidFill>
              <a:srgbClr val="3C3C3C"/>
            </a:solidFill>
            <a:prstDash val="solid"/>
          </a:ln>
        </p:spPr>
      </p:sp>
      <p:sp>
        <p:nvSpPr>
          <p:cNvPr id="4" name="Text 2"/>
          <p:cNvSpPr txBox="1"/>
          <p:nvPr/>
        </p:nvSpPr>
        <p:spPr>
          <a:xfrm>
            <a:off x="822960" y="1591056"/>
            <a:ext cx="2651760" cy="256032"/>
          </a:xfrm>
          <a:prstGeom prst="rect">
            <a:avLst/>
          </a:prstGeom>
          <a:noFill/>
          <a:ln/>
        </p:spPr>
        <p:txBody>
          <a:bodyPr wrap="square" lIns="0" tIns="0" rIns="0" bIns="0" rtlCol="0" anchor="ctr"/>
          <a:lstStyle/>
          <a:p>
            <a:pPr marL="0" indent="0" algn="l">
              <a:lnSpc>
                <a:spcPct val="130000"/>
              </a:lnSpc>
              <a:buNone/>
            </a:pPr>
            <a:r>
              <a:rPr lang="en-US" sz="1100" b="1" dirty="0">
                <a:solidFill>
                  <a:srgbClr val="FFD733"/>
                </a:solidFill>
                <a:latin typeface="Malgun Gothic" pitchFamily="34" charset="0"/>
                <a:ea typeface="Malgun Gothic" pitchFamily="34" charset="-122"/>
                <a:cs typeface="Malgun Gothic" pitchFamily="34" charset="-120"/>
              </a:rPr>
              <a:t>이미 있는 것</a:t>
            </a:r>
            <a:endParaRPr lang="en-US" sz="1100" dirty="0"/>
          </a:p>
        </p:txBody>
      </p:sp>
      <p:sp>
        <p:nvSpPr>
          <p:cNvPr id="5" name="Text 3"/>
          <p:cNvSpPr txBox="1"/>
          <p:nvPr/>
        </p:nvSpPr>
        <p:spPr>
          <a:xfrm>
            <a:off x="822960" y="1865376"/>
            <a:ext cx="2651760" cy="411480"/>
          </a:xfrm>
          <a:prstGeom prst="rect">
            <a:avLst/>
          </a:prstGeom>
          <a:noFill/>
          <a:ln/>
        </p:spPr>
        <p:txBody>
          <a:bodyPr wrap="square" lIns="0" tIns="0" rIns="0" bIns="0" rtlCol="0" anchor="ctr"/>
          <a:lstStyle/>
          <a:p>
            <a:pPr marL="0" indent="0" algn="l">
              <a:lnSpc>
                <a:spcPct val="130000"/>
              </a:lnSpc>
              <a:buNone/>
            </a:pPr>
            <a:r>
              <a:rPr lang="en-US" sz="1600" b="1" dirty="0">
                <a:solidFill>
                  <a:srgbClr val="FFFFFF"/>
                </a:solidFill>
                <a:latin typeface="Malgun Gothic" pitchFamily="34" charset="0"/>
                <a:ea typeface="Malgun Gothic" pitchFamily="34" charset="-122"/>
                <a:cs typeface="Malgun Gothic" pitchFamily="34" charset="-120"/>
              </a:rPr>
              <a:t>입력</a:t>
            </a:r>
            <a:endParaRPr lang="en-US" sz="1600" dirty="0"/>
          </a:p>
        </p:txBody>
      </p:sp>
      <p:sp>
        <p:nvSpPr>
          <p:cNvPr id="6" name="Text 4"/>
          <p:cNvSpPr txBox="1"/>
          <p:nvPr/>
        </p:nvSpPr>
        <p:spPr>
          <a:xfrm>
            <a:off x="822960" y="2350008"/>
            <a:ext cx="2651760" cy="2295144"/>
          </a:xfrm>
          <a:prstGeom prst="rect">
            <a:avLst/>
          </a:prstGeom>
          <a:noFill/>
          <a:ln/>
        </p:spPr>
        <p:txBody>
          <a:bodyPr wrap="square" lIns="0" tIns="0" rIns="0" bIns="0" rtlCol="0" anchor="t"/>
          <a:lstStyle/>
          <a:p>
            <a:pPr marL="228600" indent="-228600" algn="l">
              <a:lnSpc>
                <a:spcPct val="130000"/>
              </a:lnSpc>
              <a:spcAft>
                <a:spcPts val="600"/>
              </a:spcAft>
              <a:buSzPct val="100000"/>
              <a:buChar char="•"/>
            </a:pPr>
            <a:r>
              <a:rPr lang="en-US" sz="1400" dirty="0">
                <a:solidFill>
                  <a:srgbClr val="FFFFFF"/>
                </a:solidFill>
                <a:latin typeface="Malgun Gothic" pitchFamily="34" charset="0"/>
                <a:ea typeface="Malgun Gothic" pitchFamily="34" charset="-122"/>
                <a:cs typeface="Malgun Gothic" pitchFamily="34" charset="-120"/>
              </a:rPr>
              <a:t>search.py</a:t>
            </a:r>
            <a:endParaRPr lang="en-US" sz="1400" dirty="0"/>
          </a:p>
          <a:p>
            <a:pPr marL="228600" indent="-228600" algn="l">
              <a:lnSpc>
                <a:spcPct val="130000"/>
              </a:lnSpc>
              <a:spcAft>
                <a:spcPts val="600"/>
              </a:spcAft>
              <a:buSzPct val="100000"/>
              <a:buChar char="•"/>
            </a:pPr>
            <a:r>
              <a:rPr lang="en-US" sz="1400" dirty="0">
                <a:solidFill>
                  <a:srgbClr val="FFFFFF"/>
                </a:solidFill>
                <a:latin typeface="Malgun Gothic" pitchFamily="34" charset="0"/>
                <a:ea typeface="Malgun Gothic" pitchFamily="34" charset="-122"/>
                <a:cs typeface="Malgun Gothic" pitchFamily="34" charset="-120"/>
              </a:rPr>
              <a:t>ask.py</a:t>
            </a:r>
          </a:p>
          <a:p>
            <a:pPr marL="228600" indent="-228600" algn="l">
              <a:lnSpc>
                <a:spcPct val="130000"/>
              </a:lnSpc>
              <a:spcAft>
                <a:spcPts val="600"/>
              </a:spcAft>
              <a:buSzPct val="100000"/>
              <a:buChar char="•"/>
            </a:pPr>
            <a:r>
              <a:rPr lang="en-US" sz="1400" dirty="0" err="1">
                <a:solidFill>
                  <a:srgbClr val="FFFFFF"/>
                </a:solidFill>
                <a:latin typeface="Malgun Gothic" pitchFamily="34" charset="0"/>
                <a:ea typeface="Malgun Gothic" pitchFamily="34" charset="-122"/>
                <a:cs typeface="Malgun Gothic" pitchFamily="34" charset="-120"/>
              </a:rPr>
              <a:t>멀티홉</a:t>
            </a:r>
            <a:r>
              <a:rPr lang="en-US" sz="1400" dirty="0">
                <a:solidFill>
                  <a:srgbClr val="FFFFFF"/>
                </a:solidFill>
                <a:latin typeface="Malgun Gothic" pitchFamily="34" charset="0"/>
                <a:ea typeface="Malgun Gothic" pitchFamily="34" charset="-122"/>
                <a:cs typeface="Malgun Gothic" pitchFamily="34" charset="-120"/>
              </a:rPr>
              <a:t> 질문 1개</a:t>
            </a:r>
            <a:endParaRPr lang="en-US" sz="1400" dirty="0"/>
          </a:p>
        </p:txBody>
      </p:sp>
      <p:sp>
        <p:nvSpPr>
          <p:cNvPr id="7" name="Shape 5"/>
          <p:cNvSpPr/>
          <p:nvPr/>
        </p:nvSpPr>
        <p:spPr>
          <a:xfrm>
            <a:off x="4023360" y="1463040"/>
            <a:ext cx="4114800" cy="3291840"/>
          </a:xfrm>
          <a:prstGeom prst="roundRect">
            <a:avLst>
              <a:gd name="adj" fmla="val 2222"/>
            </a:avLst>
          </a:prstGeom>
          <a:solidFill>
            <a:srgbClr val="262626"/>
          </a:solidFill>
          <a:ln w="19050">
            <a:solidFill>
              <a:srgbClr val="FFD733"/>
            </a:solidFill>
            <a:prstDash val="solid"/>
          </a:ln>
        </p:spPr>
      </p:sp>
      <p:sp>
        <p:nvSpPr>
          <p:cNvPr id="8" name="Text 6"/>
          <p:cNvSpPr txBox="1"/>
          <p:nvPr/>
        </p:nvSpPr>
        <p:spPr>
          <a:xfrm>
            <a:off x="4206240" y="1591056"/>
            <a:ext cx="3749040" cy="256032"/>
          </a:xfrm>
          <a:prstGeom prst="rect">
            <a:avLst/>
          </a:prstGeom>
          <a:noFill/>
          <a:ln/>
        </p:spPr>
        <p:txBody>
          <a:bodyPr wrap="square" lIns="0" tIns="0" rIns="0" bIns="0" rtlCol="0" anchor="ctr"/>
          <a:lstStyle/>
          <a:p>
            <a:pPr marL="0" indent="0" algn="l">
              <a:lnSpc>
                <a:spcPct val="130000"/>
              </a:lnSpc>
              <a:buNone/>
            </a:pPr>
            <a:r>
              <a:rPr lang="en-US" sz="1100" b="1" dirty="0" err="1">
                <a:solidFill>
                  <a:srgbClr val="FFD733"/>
                </a:solidFill>
                <a:latin typeface="Malgun Gothic" pitchFamily="34" charset="0"/>
                <a:ea typeface="Malgun Gothic" pitchFamily="34" charset="-122"/>
                <a:cs typeface="Malgun Gothic" pitchFamily="34" charset="-120"/>
              </a:rPr>
              <a:t>만드는</a:t>
            </a:r>
            <a:r>
              <a:rPr lang="en-US" sz="1100" b="1" dirty="0">
                <a:solidFill>
                  <a:srgbClr val="FFD733"/>
                </a:solidFill>
                <a:latin typeface="Malgun Gothic" pitchFamily="34" charset="0"/>
                <a:ea typeface="Malgun Gothic" pitchFamily="34" charset="-122"/>
                <a:cs typeface="Malgun Gothic" pitchFamily="34" charset="-120"/>
              </a:rPr>
              <a:t> 것</a:t>
            </a:r>
            <a:endParaRPr lang="en-US" sz="1100" dirty="0"/>
          </a:p>
        </p:txBody>
      </p:sp>
      <p:sp>
        <p:nvSpPr>
          <p:cNvPr id="9" name="Text 7"/>
          <p:cNvSpPr txBox="1"/>
          <p:nvPr/>
        </p:nvSpPr>
        <p:spPr>
          <a:xfrm>
            <a:off x="4206240" y="1865376"/>
            <a:ext cx="3749040" cy="411480"/>
          </a:xfrm>
          <a:prstGeom prst="rect">
            <a:avLst/>
          </a:prstGeom>
          <a:noFill/>
          <a:ln/>
        </p:spPr>
        <p:txBody>
          <a:bodyPr wrap="square" lIns="0" tIns="0" rIns="0" bIns="0" rtlCol="0" anchor="ctr"/>
          <a:lstStyle/>
          <a:p>
            <a:pPr marL="0" indent="0" algn="l">
              <a:lnSpc>
                <a:spcPct val="130000"/>
              </a:lnSpc>
              <a:buNone/>
            </a:pPr>
            <a:r>
              <a:rPr lang="en-US" sz="1600" b="1" dirty="0">
                <a:solidFill>
                  <a:srgbClr val="FFD733"/>
                </a:solidFill>
                <a:latin typeface="Malgun Gothic" pitchFamily="34" charset="0"/>
                <a:ea typeface="Malgun Gothic" pitchFamily="34" charset="-122"/>
                <a:cs typeface="Malgun Gothic" pitchFamily="34" charset="-120"/>
              </a:rPr>
              <a:t>agentic_ask.py</a:t>
            </a:r>
            <a:endParaRPr lang="en-US" sz="1600" dirty="0"/>
          </a:p>
        </p:txBody>
      </p:sp>
      <p:sp>
        <p:nvSpPr>
          <p:cNvPr id="10" name="Text 8"/>
          <p:cNvSpPr txBox="1"/>
          <p:nvPr/>
        </p:nvSpPr>
        <p:spPr>
          <a:xfrm>
            <a:off x="4206240" y="2350008"/>
            <a:ext cx="3749040" cy="2295144"/>
          </a:xfrm>
          <a:prstGeom prst="rect">
            <a:avLst/>
          </a:prstGeom>
          <a:noFill/>
          <a:ln/>
        </p:spPr>
        <p:txBody>
          <a:bodyPr wrap="square" lIns="0" tIns="0" rIns="0" bIns="0" rtlCol="0" anchor="t"/>
          <a:lstStyle/>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질문을 하위 질의 1~3개로 재작성(한국어·영어)</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하위 질의별 검색 → 후보 10개 리랭킹 → 병합</a:t>
            </a:r>
            <a:endParaRPr lang="en-US" sz="1350" dirty="0"/>
          </a:p>
          <a:p>
            <a:pPr marL="228600" indent="-228600" algn="l">
              <a:lnSpc>
                <a:spcPct val="130000"/>
              </a:lnSpc>
              <a:spcAft>
                <a:spcPts val="600"/>
              </a:spcAft>
              <a:buSzPct val="100000"/>
              <a:buChar char="•"/>
            </a:pPr>
            <a:r>
              <a:rPr lang="en-US" sz="1350" dirty="0" err="1">
                <a:solidFill>
                  <a:srgbClr val="FFFFFF"/>
                </a:solidFill>
                <a:latin typeface="Malgun Gothic" pitchFamily="34" charset="0"/>
                <a:ea typeface="Malgun Gothic" pitchFamily="34" charset="-122"/>
                <a:cs typeface="Malgun Gothic" pitchFamily="34" charset="-120"/>
              </a:rPr>
              <a:t>초안</a:t>
            </a:r>
            <a:r>
              <a:rPr lang="en-US" sz="1350" dirty="0">
                <a:solidFill>
                  <a:srgbClr val="FFFFFF"/>
                </a:solidFill>
                <a:latin typeface="Malgun Gothic" pitchFamily="34" charset="0"/>
                <a:ea typeface="Malgun Gothic" pitchFamily="34" charset="-122"/>
                <a:cs typeface="Malgun Gothic" pitchFamily="34" charset="-120"/>
              </a:rPr>
              <a:t> 생성</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주장 단위 근거 검증</a:t>
            </a:r>
            <a:endParaRPr lang="en-US" sz="1350" dirty="0"/>
          </a:p>
          <a:p>
            <a:pPr marL="228600" indent="-228600" algn="l">
              <a:lnSpc>
                <a:spcPct val="130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근거가 없으면 1회 재검색 후 재생성·재검증</a:t>
            </a:r>
            <a:endParaRPr lang="en-US" sz="1350" dirty="0"/>
          </a:p>
        </p:txBody>
      </p:sp>
      <p:sp>
        <p:nvSpPr>
          <p:cNvPr id="11" name="Shape 9"/>
          <p:cNvSpPr/>
          <p:nvPr/>
        </p:nvSpPr>
        <p:spPr>
          <a:xfrm>
            <a:off x="8503920" y="1463040"/>
            <a:ext cx="3017520" cy="3291840"/>
          </a:xfrm>
          <a:prstGeom prst="roundRect">
            <a:avLst>
              <a:gd name="adj" fmla="val 2424"/>
            </a:avLst>
          </a:prstGeom>
          <a:solidFill>
            <a:srgbClr val="1D1D1D"/>
          </a:solidFill>
          <a:ln w="9525">
            <a:solidFill>
              <a:srgbClr val="3C3C3C"/>
            </a:solidFill>
            <a:prstDash val="solid"/>
          </a:ln>
        </p:spPr>
      </p:sp>
      <p:sp>
        <p:nvSpPr>
          <p:cNvPr id="12" name="Text 10"/>
          <p:cNvSpPr txBox="1"/>
          <p:nvPr/>
        </p:nvSpPr>
        <p:spPr>
          <a:xfrm>
            <a:off x="8686800" y="1591056"/>
            <a:ext cx="2651760" cy="256032"/>
          </a:xfrm>
          <a:prstGeom prst="rect">
            <a:avLst/>
          </a:prstGeom>
          <a:noFill/>
          <a:ln/>
        </p:spPr>
        <p:txBody>
          <a:bodyPr wrap="square" lIns="0" tIns="0" rIns="0" bIns="0" rtlCol="0" anchor="ctr"/>
          <a:lstStyle/>
          <a:p>
            <a:pPr marL="0" indent="0" algn="l">
              <a:lnSpc>
                <a:spcPct val="130000"/>
              </a:lnSpc>
              <a:buNone/>
            </a:pPr>
            <a:r>
              <a:rPr lang="en-US" sz="1100" b="1" dirty="0">
                <a:solidFill>
                  <a:srgbClr val="FFD733"/>
                </a:solidFill>
                <a:latin typeface="Malgun Gothic" pitchFamily="34" charset="0"/>
                <a:ea typeface="Malgun Gothic" pitchFamily="34" charset="-122"/>
                <a:cs typeface="Malgun Gothic" pitchFamily="34" charset="-120"/>
              </a:rPr>
              <a:t>화면에 나오는 것</a:t>
            </a:r>
            <a:endParaRPr lang="en-US" sz="1100" dirty="0"/>
          </a:p>
        </p:txBody>
      </p:sp>
      <p:sp>
        <p:nvSpPr>
          <p:cNvPr id="13" name="Text 11"/>
          <p:cNvSpPr txBox="1"/>
          <p:nvPr/>
        </p:nvSpPr>
        <p:spPr>
          <a:xfrm>
            <a:off x="8686800" y="1865376"/>
            <a:ext cx="2651760" cy="411480"/>
          </a:xfrm>
          <a:prstGeom prst="rect">
            <a:avLst/>
          </a:prstGeom>
          <a:noFill/>
          <a:ln/>
        </p:spPr>
        <p:txBody>
          <a:bodyPr wrap="square" lIns="0" tIns="0" rIns="0" bIns="0" rtlCol="0" anchor="ctr"/>
          <a:lstStyle/>
          <a:p>
            <a:pPr marL="0" indent="0" algn="l">
              <a:lnSpc>
                <a:spcPct val="130000"/>
              </a:lnSpc>
              <a:buNone/>
            </a:pPr>
            <a:r>
              <a:rPr lang="en-US" sz="1600" b="1" dirty="0">
                <a:solidFill>
                  <a:srgbClr val="FFFFFF"/>
                </a:solidFill>
                <a:latin typeface="Malgun Gothic" pitchFamily="34" charset="0"/>
                <a:ea typeface="Malgun Gothic" pitchFamily="34" charset="-122"/>
                <a:cs typeface="Malgun Gothic" pitchFamily="34" charset="-120"/>
              </a:rPr>
              <a:t>출력</a:t>
            </a:r>
            <a:endParaRPr lang="en-US" sz="1600" dirty="0"/>
          </a:p>
        </p:txBody>
      </p:sp>
      <p:sp>
        <p:nvSpPr>
          <p:cNvPr id="14" name="Text 12"/>
          <p:cNvSpPr txBox="1"/>
          <p:nvPr/>
        </p:nvSpPr>
        <p:spPr>
          <a:xfrm>
            <a:off x="8686800" y="2350008"/>
            <a:ext cx="2651760" cy="2295144"/>
          </a:xfrm>
          <a:prstGeom prst="rect">
            <a:avLst/>
          </a:prstGeom>
          <a:noFill/>
          <a:ln/>
        </p:spPr>
        <p:txBody>
          <a:bodyPr wrap="square" lIns="0" tIns="0" rIns="0" bIns="0" rtlCol="0" anchor="t"/>
          <a:lstStyle/>
          <a:p>
            <a:pPr marL="228600" indent="-228600" algn="l">
              <a:lnSpc>
                <a:spcPct val="130000"/>
              </a:lnSpc>
              <a:spcAft>
                <a:spcPts val="600"/>
              </a:spcAft>
              <a:buSzPct val="100000"/>
              <a:buChar char="•"/>
            </a:pPr>
            <a:r>
              <a:rPr lang="en-US" sz="1400" dirty="0">
                <a:solidFill>
                  <a:srgbClr val="FFFFFF"/>
                </a:solidFill>
                <a:latin typeface="Malgun Gothic" pitchFamily="34" charset="0"/>
                <a:ea typeface="Malgun Gothic" pitchFamily="34" charset="-122"/>
                <a:cs typeface="Malgun Gothic" pitchFamily="34" charset="-120"/>
              </a:rPr>
              <a:t>단계별 로그 4~5줄</a:t>
            </a:r>
            <a:endParaRPr lang="en-US" sz="1400" dirty="0"/>
          </a:p>
          <a:p>
            <a:pPr marL="228600" indent="-228600" algn="l">
              <a:lnSpc>
                <a:spcPct val="130000"/>
              </a:lnSpc>
              <a:spcAft>
                <a:spcPts val="600"/>
              </a:spcAft>
              <a:buSzPct val="100000"/>
              <a:buChar char="•"/>
            </a:pPr>
            <a:r>
              <a:rPr lang="en-US" sz="1400" dirty="0">
                <a:solidFill>
                  <a:srgbClr val="FFFFFF"/>
                </a:solidFill>
                <a:latin typeface="Malgun Gothic" pitchFamily="34" charset="0"/>
                <a:ea typeface="Malgun Gothic" pitchFamily="34" charset="-122"/>
                <a:cs typeface="Malgun Gothic" pitchFamily="34" charset="-120"/>
              </a:rPr>
              <a:t>최종 답(문장마다 [번호])</a:t>
            </a:r>
            <a:endParaRPr lang="en-US" sz="1400" dirty="0"/>
          </a:p>
          <a:p>
            <a:pPr marL="228600" indent="-228600" algn="l">
              <a:lnSpc>
                <a:spcPct val="130000"/>
              </a:lnSpc>
              <a:spcAft>
                <a:spcPts val="600"/>
              </a:spcAft>
              <a:buSzPct val="100000"/>
              <a:buChar char="•"/>
            </a:pPr>
            <a:r>
              <a:rPr lang="en-US" sz="1400" dirty="0">
                <a:solidFill>
                  <a:srgbClr val="FFFFFF"/>
                </a:solidFill>
                <a:latin typeface="Malgun Gothic" pitchFamily="34" charset="0"/>
                <a:ea typeface="Malgun Gothic" pitchFamily="34" charset="-122"/>
                <a:cs typeface="Malgun Gothic" pitchFamily="34" charset="-120"/>
              </a:rPr>
              <a:t>출처 목록</a:t>
            </a:r>
            <a:endParaRPr lang="en-US" sz="1400" dirty="0"/>
          </a:p>
          <a:p>
            <a:pPr marL="228600" indent="-228600" algn="l">
              <a:lnSpc>
                <a:spcPct val="130000"/>
              </a:lnSpc>
              <a:spcAft>
                <a:spcPts val="600"/>
              </a:spcAft>
              <a:buSzPct val="100000"/>
              <a:buChar char="•"/>
            </a:pPr>
            <a:r>
              <a:rPr lang="en-US" sz="1400" dirty="0">
                <a:solidFill>
                  <a:srgbClr val="FFFFFF"/>
                </a:solidFill>
                <a:latin typeface="Malgun Gothic" pitchFamily="34" charset="0"/>
                <a:ea typeface="Malgun Gothic" pitchFamily="34" charset="-122"/>
                <a:cs typeface="Malgun Gothic" pitchFamily="34" charset="-120"/>
              </a:rPr>
              <a:t>마지막 줄: 호출 수 · 리랭킹 쌍 수 · 걸린 시간</a:t>
            </a:r>
            <a:endParaRPr lang="en-US" sz="1400" dirty="0"/>
          </a:p>
        </p:txBody>
      </p:sp>
      <p:sp>
        <p:nvSpPr>
          <p:cNvPr id="15" name="Shape 13"/>
          <p:cNvSpPr/>
          <p:nvPr/>
        </p:nvSpPr>
        <p:spPr>
          <a:xfrm>
            <a:off x="3703320" y="3108960"/>
            <a:ext cx="274320" cy="0"/>
          </a:xfrm>
          <a:prstGeom prst="line">
            <a:avLst/>
          </a:prstGeom>
          <a:noFill/>
          <a:ln w="22225">
            <a:solidFill>
              <a:srgbClr val="FFD733"/>
            </a:solidFill>
            <a:prstDash val="solid"/>
            <a:tailEnd type="triangle"/>
          </a:ln>
        </p:spPr>
      </p:sp>
      <p:sp>
        <p:nvSpPr>
          <p:cNvPr id="16" name="Shape 14"/>
          <p:cNvSpPr/>
          <p:nvPr/>
        </p:nvSpPr>
        <p:spPr>
          <a:xfrm>
            <a:off x="8183880" y="3108960"/>
            <a:ext cx="274320" cy="0"/>
          </a:xfrm>
          <a:prstGeom prst="line">
            <a:avLst/>
          </a:prstGeom>
          <a:noFill/>
          <a:ln w="22225">
            <a:solidFill>
              <a:srgbClr val="FFD733"/>
            </a:solidFill>
            <a:prstDash val="solid"/>
            <a:tailEnd type="triangle"/>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4">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실습</a:t>
            </a:r>
            <a:r>
              <a:rPr lang="en-US" sz="2800" b="1" dirty="0">
                <a:solidFill>
                  <a:srgbClr val="FFFFFF"/>
                </a:solidFill>
                <a:latin typeface="Malgun Gothic" pitchFamily="34" charset="0"/>
                <a:ea typeface="Malgun Gothic" pitchFamily="34" charset="-122"/>
                <a:cs typeface="Malgun Gothic" pitchFamily="34" charset="-120"/>
              </a:rPr>
              <a:t> — agentic_ask.py 작성 프롬프트 (1/3)</a:t>
            </a:r>
            <a:endParaRPr lang="en-US" sz="2800" dirty="0"/>
          </a:p>
        </p:txBody>
      </p:sp>
      <p:sp>
        <p:nvSpPr>
          <p:cNvPr id="3" name="Text 1"/>
          <p:cNvSpPr txBox="1"/>
          <p:nvPr/>
        </p:nvSpPr>
        <p:spPr>
          <a:xfrm>
            <a:off x="640080" y="1097278"/>
            <a:ext cx="10881360" cy="1993055"/>
          </a:xfrm>
          <a:prstGeom prst="rect">
            <a:avLst/>
          </a:prstGeom>
          <a:noFill/>
          <a:ln/>
        </p:spPr>
        <p:txBody>
          <a:bodyPr wrap="square" lIns="0" tIns="0" rIns="0" bIns="0" rtlCol="0" anchor="t"/>
          <a:lstStyle/>
          <a:p>
            <a:pPr marL="228600" indent="-228600" algn="l">
              <a:lnSpc>
                <a:spcPct val="150000"/>
              </a:lnSpc>
              <a:spcAft>
                <a:spcPts val="2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다음 세 장에 나뉘어 있는 지시문을 처음부터 끝까지 한 번에 복사해 Claude Code </a:t>
            </a:r>
            <a:r>
              <a:rPr lang="en-US" sz="1350" dirty="0" err="1">
                <a:solidFill>
                  <a:srgbClr val="FFFFFF"/>
                </a:solidFill>
                <a:latin typeface="Malgun Gothic" pitchFamily="34" charset="0"/>
                <a:ea typeface="Malgun Gothic" pitchFamily="34" charset="-122"/>
                <a:cs typeface="Malgun Gothic" pitchFamily="34" charset="-120"/>
              </a:rPr>
              <a:t>입력창에</a:t>
            </a:r>
            <a:r>
              <a:rPr lang="en-US" sz="1350" dirty="0">
                <a:solidFill>
                  <a:srgbClr val="FFFFFF"/>
                </a:solidFill>
                <a:latin typeface="Malgun Gothic" pitchFamily="34" charset="0"/>
                <a:ea typeface="Malgun Gothic" pitchFamily="34" charset="-122"/>
                <a:cs typeface="Malgun Gothic" pitchFamily="34" charset="-120"/>
              </a:rPr>
              <a:t> </a:t>
            </a:r>
            <a:r>
              <a:rPr lang="en-US" sz="1350" dirty="0" err="1">
                <a:solidFill>
                  <a:srgbClr val="FFFFFF"/>
                </a:solidFill>
                <a:latin typeface="Malgun Gothic" pitchFamily="34" charset="0"/>
                <a:ea typeface="Malgun Gothic" pitchFamily="34" charset="-122"/>
                <a:cs typeface="Malgun Gothic" pitchFamily="34" charset="-120"/>
              </a:rPr>
              <a:t>붙여넣기</a:t>
            </a:r>
            <a:r>
              <a:rPr lang="en-US" altLang="ko-KR" sz="1350" dirty="0">
                <a:solidFill>
                  <a:srgbClr val="FFFFFF"/>
                </a:solidFill>
                <a:latin typeface="Malgun Gothic" pitchFamily="34" charset="0"/>
                <a:ea typeface="Malgun Gothic" pitchFamily="34" charset="-122"/>
                <a:cs typeface="Malgun Gothic" pitchFamily="34" charset="-120"/>
              </a:rPr>
              <a:t>. </a:t>
            </a:r>
            <a:r>
              <a:rPr lang="en-US" sz="1350" dirty="0" err="1">
                <a:solidFill>
                  <a:srgbClr val="FFFFFF"/>
                </a:solidFill>
                <a:latin typeface="Malgun Gothic" pitchFamily="34" charset="0"/>
                <a:ea typeface="Malgun Gothic" pitchFamily="34" charset="-122"/>
                <a:cs typeface="Malgun Gothic" pitchFamily="34" charset="-120"/>
              </a:rPr>
              <a:t>폴더</a:t>
            </a:r>
            <a:r>
              <a:rPr lang="en-US" sz="1350" dirty="0">
                <a:solidFill>
                  <a:srgbClr val="FFFFFF"/>
                </a:solidFill>
                <a:latin typeface="Malgun Gothic" pitchFamily="34" charset="0"/>
                <a:ea typeface="Malgun Gothic" pitchFamily="34" charset="-122"/>
                <a:cs typeface="Malgun Gothic" pitchFamily="34" charset="-120"/>
              </a:rPr>
              <a:t> </a:t>
            </a:r>
            <a:r>
              <a:rPr lang="en-US" sz="1350" dirty="0" err="1">
                <a:solidFill>
                  <a:srgbClr val="FFFFFF"/>
                </a:solidFill>
                <a:latin typeface="Malgun Gothic" pitchFamily="34" charset="0"/>
                <a:ea typeface="Malgun Gothic" pitchFamily="34" charset="-122"/>
                <a:cs typeface="Malgun Gothic" pitchFamily="34" charset="-120"/>
              </a:rPr>
              <a:t>위치는</a:t>
            </a:r>
            <a:r>
              <a:rPr lang="en-US" sz="1350" dirty="0">
                <a:solidFill>
                  <a:srgbClr val="FFFFFF"/>
                </a:solidFill>
                <a:latin typeface="Malgun Gothic" pitchFamily="34" charset="0"/>
                <a:ea typeface="Malgun Gothic" pitchFamily="34" charset="-122"/>
                <a:cs typeface="Malgun Gothic" pitchFamily="34" charset="-120"/>
              </a:rPr>
              <a:t> </a:t>
            </a:r>
            <a:r>
              <a:rPr lang="ko-KR" altLang="en-US" sz="1350" dirty="0">
                <a:solidFill>
                  <a:srgbClr val="FFFFFF"/>
                </a:solidFill>
                <a:latin typeface="Malgun Gothic" pitchFamily="34" charset="0"/>
                <a:ea typeface="Malgun Gothic" pitchFamily="34" charset="-122"/>
                <a:cs typeface="Malgun Gothic" pitchFamily="34" charset="-120"/>
              </a:rPr>
              <a:t>실습 폴더</a:t>
            </a:r>
            <a:r>
              <a:rPr lang="en-US" sz="1350" dirty="0">
                <a:solidFill>
                  <a:srgbClr val="FFFFFF"/>
                </a:solidFill>
                <a:latin typeface="Malgun Gothic" pitchFamily="34" charset="0"/>
                <a:ea typeface="Malgun Gothic" pitchFamily="34" charset="-122"/>
                <a:cs typeface="Malgun Gothic" pitchFamily="34" charset="-120"/>
              </a:rPr>
              <a:t>. </a:t>
            </a:r>
          </a:p>
          <a:p>
            <a:pPr marL="228600" indent="-228600">
              <a:lnSpc>
                <a:spcPct val="150000"/>
              </a:lnSpc>
              <a:spcAft>
                <a:spcPts val="200"/>
              </a:spcAft>
              <a:buSzPct val="100000"/>
              <a:buChar char="•"/>
            </a:pPr>
            <a:r>
              <a:rPr lang="en-US" altLang="ko-KR" sz="1400" dirty="0">
                <a:solidFill>
                  <a:srgbClr val="FFFFFF"/>
                </a:solidFill>
                <a:latin typeface="Malgun Gothic" pitchFamily="34" charset="0"/>
                <a:ea typeface="Malgun Gothic" pitchFamily="34" charset="-122"/>
                <a:cs typeface="Malgun Gothic" pitchFamily="34" charset="-120"/>
              </a:rPr>
              <a:t>"긴 </a:t>
            </a:r>
            <a:r>
              <a:rPr lang="en-US" altLang="ko-KR" sz="1400" dirty="0" err="1">
                <a:solidFill>
                  <a:srgbClr val="FFFFFF"/>
                </a:solidFill>
                <a:latin typeface="Malgun Gothic" pitchFamily="34" charset="0"/>
                <a:ea typeface="Malgun Gothic" pitchFamily="34" charset="-122"/>
                <a:cs typeface="Malgun Gothic" pitchFamily="34" charset="-120"/>
              </a:rPr>
              <a:t>문맥에</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문서를</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전부</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넣는</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방식과</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RAG를</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비교한</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실험에서는</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어느</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쪽이</a:t>
            </a:r>
            <a:r>
              <a:rPr lang="en-US" altLang="ko-KR" sz="1400" dirty="0">
                <a:solidFill>
                  <a:srgbClr val="FFFFFF"/>
                </a:solidFill>
                <a:latin typeface="Malgun Gothic" pitchFamily="34" charset="0"/>
                <a:ea typeface="Malgun Gothic" pitchFamily="34" charset="-122"/>
                <a:cs typeface="Malgun Gothic" pitchFamily="34" charset="-120"/>
              </a:rPr>
              <a:t> 더 </a:t>
            </a:r>
            <a:r>
              <a:rPr lang="en-US" altLang="ko-KR" sz="1400" dirty="0" err="1">
                <a:solidFill>
                  <a:srgbClr val="FFFFFF"/>
                </a:solidFill>
                <a:latin typeface="Malgun Gothic" pitchFamily="34" charset="0"/>
                <a:ea typeface="Malgun Gothic" pitchFamily="34" charset="-122"/>
                <a:cs typeface="Malgun Gothic" pitchFamily="34" charset="-120"/>
              </a:rPr>
              <a:t>정확했고</a:t>
            </a:r>
            <a:r>
              <a:rPr lang="en-US" altLang="ko-KR" sz="1400" dirty="0">
                <a:solidFill>
                  <a:srgbClr val="FFFFFF"/>
                </a:solidFill>
                <a:latin typeface="Malgun Gothic" pitchFamily="34" charset="0"/>
                <a:ea typeface="Malgun Gothic" pitchFamily="34" charset="-122"/>
                <a:cs typeface="Malgun Gothic" pitchFamily="34" charset="-120"/>
              </a:rPr>
              <a:t>, 긴 </a:t>
            </a:r>
            <a:r>
              <a:rPr lang="en-US" altLang="ko-KR" sz="1400" dirty="0" err="1">
                <a:solidFill>
                  <a:srgbClr val="FFFFFF"/>
                </a:solidFill>
                <a:latin typeface="Malgun Gothic" pitchFamily="34" charset="0"/>
                <a:ea typeface="Malgun Gothic" pitchFamily="34" charset="-122"/>
                <a:cs typeface="Malgun Gothic" pitchFamily="34" charset="-120"/>
              </a:rPr>
              <a:t>문맥</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안에서</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근거의</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위치에</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따라</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정확도가</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어떻게</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달라지는가</a:t>
            </a:r>
            <a:r>
              <a:rPr lang="en-US" altLang="ko-KR" sz="1400" dirty="0">
                <a:solidFill>
                  <a:srgbClr val="FFFFFF"/>
                </a:solidFill>
                <a:latin typeface="Malgun Gothic" pitchFamily="34" charset="0"/>
                <a:ea typeface="Malgun Gothic" pitchFamily="34" charset="-122"/>
                <a:cs typeface="Malgun Gothic" pitchFamily="34" charset="-120"/>
              </a:rPr>
              <a:t>?“ </a:t>
            </a:r>
            <a:r>
              <a:rPr lang="ko-KR" altLang="en-US" sz="1400" dirty="0">
                <a:solidFill>
                  <a:srgbClr val="FFFFFF"/>
                </a:solidFill>
                <a:latin typeface="Malgun Gothic" pitchFamily="34" charset="0"/>
                <a:ea typeface="Malgun Gothic" pitchFamily="34" charset="-122"/>
                <a:cs typeface="Malgun Gothic" pitchFamily="34" charset="-120"/>
              </a:rPr>
              <a:t>라는 질문에 </a:t>
            </a:r>
            <a:r>
              <a:rPr lang="ko-KR" altLang="en-US" sz="1400" dirty="0" err="1">
                <a:solidFill>
                  <a:srgbClr val="FFFFFF"/>
                </a:solidFill>
                <a:latin typeface="Malgun Gothic" pitchFamily="34" charset="0"/>
                <a:ea typeface="Malgun Gothic" pitchFamily="34" charset="-122"/>
                <a:cs typeface="Malgun Gothic" pitchFamily="34" charset="-120"/>
              </a:rPr>
              <a:t>에이전틱</a:t>
            </a:r>
            <a:r>
              <a:rPr lang="ko-KR" altLang="en-US" sz="1400" dirty="0">
                <a:solidFill>
                  <a:srgbClr val="FFFFFF"/>
                </a:solidFill>
                <a:latin typeface="Malgun Gothic" pitchFamily="34" charset="0"/>
                <a:ea typeface="Malgun Gothic" pitchFamily="34" charset="-122"/>
                <a:cs typeface="Malgun Gothic" pitchFamily="34" charset="-120"/>
              </a:rPr>
              <a:t> </a:t>
            </a:r>
            <a:r>
              <a:rPr lang="en-US" altLang="ko-KR" sz="1400" dirty="0">
                <a:solidFill>
                  <a:srgbClr val="FFFFFF"/>
                </a:solidFill>
                <a:latin typeface="Malgun Gothic" pitchFamily="34" charset="0"/>
                <a:ea typeface="Malgun Gothic" pitchFamily="34" charset="-122"/>
                <a:cs typeface="Malgun Gothic" pitchFamily="34" charset="-120"/>
              </a:rPr>
              <a:t>RAG</a:t>
            </a:r>
            <a:r>
              <a:rPr lang="ko-KR" altLang="en-US" sz="1400" dirty="0">
                <a:solidFill>
                  <a:srgbClr val="FFFFFF"/>
                </a:solidFill>
                <a:latin typeface="Malgun Gothic" pitchFamily="34" charset="0"/>
                <a:ea typeface="Malgun Gothic" pitchFamily="34" charset="-122"/>
                <a:cs typeface="Malgun Gothic" pitchFamily="34" charset="-120"/>
              </a:rPr>
              <a:t>가 어떻게 작동하는지 확인 </a:t>
            </a:r>
            <a:endParaRPr lang="en-US" altLang="ko-KR" sz="1400" dirty="0">
              <a:solidFill>
                <a:srgbClr val="FFFFFF"/>
              </a:solidFill>
              <a:latin typeface="Malgun Gothic" pitchFamily="34" charset="0"/>
              <a:ea typeface="Malgun Gothic" pitchFamily="34" charset="-122"/>
              <a:cs typeface="Malgun Gothic" pitchFamily="34" charset="-120"/>
            </a:endParaRPr>
          </a:p>
          <a:p>
            <a:pPr marL="228600" indent="-228600">
              <a:lnSpc>
                <a:spcPct val="150000"/>
              </a:lnSpc>
              <a:spcAft>
                <a:spcPts val="200"/>
              </a:spcAft>
              <a:buSzPct val="100000"/>
              <a:buChar char="•"/>
            </a:pPr>
            <a:r>
              <a:rPr lang="ko-KR" altLang="en-US" sz="1400" dirty="0">
                <a:solidFill>
                  <a:srgbClr val="FFFFFF"/>
                </a:solidFill>
                <a:latin typeface="Malgun Gothic" pitchFamily="34" charset="0"/>
                <a:ea typeface="Malgun Gothic" pitchFamily="34" charset="-122"/>
                <a:cs typeface="Malgun Gothic" pitchFamily="34" charset="-120"/>
              </a:rPr>
              <a:t>정답이 코퍼스의 서로 다른 두 논문에 나뉘어 있고</a:t>
            </a:r>
            <a:r>
              <a:rPr lang="en-US" altLang="ko-KR" sz="1400" dirty="0">
                <a:solidFill>
                  <a:srgbClr val="FFFFFF"/>
                </a:solidFill>
                <a:latin typeface="Malgun Gothic" pitchFamily="34" charset="0"/>
                <a:ea typeface="Malgun Gothic" pitchFamily="34" charset="-122"/>
                <a:cs typeface="Malgun Gothic" pitchFamily="34" charset="-120"/>
              </a:rPr>
              <a:t>(Li2025_LongContext_vs_RAG + Liu2023_LostInTheMiddle), </a:t>
            </a:r>
            <a:r>
              <a:rPr lang="ko-KR" altLang="en-US" sz="1400" dirty="0">
                <a:solidFill>
                  <a:srgbClr val="FFFFFF"/>
                </a:solidFill>
                <a:latin typeface="Malgun Gothic" pitchFamily="34" charset="0"/>
                <a:ea typeface="Malgun Gothic" pitchFamily="34" charset="-122"/>
                <a:cs typeface="Malgun Gothic" pitchFamily="34" charset="-120"/>
              </a:rPr>
              <a:t>영어 고유명사가 한 개도 없는 순한국어 문장이라 </a:t>
            </a:r>
            <a:r>
              <a:rPr lang="ko-KR" altLang="en-US" sz="1400" dirty="0" err="1">
                <a:solidFill>
                  <a:srgbClr val="FFFFFF"/>
                </a:solidFill>
                <a:latin typeface="Malgun Gothic" pitchFamily="34" charset="0"/>
                <a:ea typeface="Malgun Gothic" pitchFamily="34" charset="-122"/>
                <a:cs typeface="Malgun Gothic" pitchFamily="34" charset="-120"/>
              </a:rPr>
              <a:t>에이전틱하게</a:t>
            </a:r>
            <a:r>
              <a:rPr lang="ko-KR" altLang="en-US" sz="1400" dirty="0">
                <a:solidFill>
                  <a:srgbClr val="FFFFFF"/>
                </a:solidFill>
                <a:latin typeface="Malgun Gothic" pitchFamily="34" charset="0"/>
                <a:ea typeface="Malgun Gothic" pitchFamily="34" charset="-122"/>
                <a:cs typeface="Malgun Gothic" pitchFamily="34" charset="-120"/>
              </a:rPr>
              <a:t> 재검색을 진행할 것</a:t>
            </a:r>
            <a:endParaRPr lang="en-US" altLang="ko-KR" sz="1400" dirty="0">
              <a:solidFill>
                <a:srgbClr val="FFFFFF"/>
              </a:solidFill>
              <a:latin typeface="Malgun Gothic" pitchFamily="34" charset="0"/>
              <a:ea typeface="Malgun Gothic" pitchFamily="34" charset="-122"/>
              <a:cs typeface="Malgun Gothic" pitchFamily="34" charset="-120"/>
            </a:endParaRPr>
          </a:p>
          <a:p>
            <a:pPr marL="228600" indent="-228600">
              <a:lnSpc>
                <a:spcPct val="150000"/>
              </a:lnSpc>
              <a:spcAft>
                <a:spcPts val="200"/>
              </a:spcAft>
              <a:buSzPct val="100000"/>
              <a:buChar char="•"/>
            </a:pPr>
            <a:r>
              <a:rPr lang="en-US" altLang="ko-KR" sz="1400" dirty="0">
                <a:solidFill>
                  <a:srgbClr val="FFFFFF"/>
                </a:solidFill>
                <a:latin typeface="Malgun Gothic" pitchFamily="34" charset="0"/>
                <a:ea typeface="Malgun Gothic" pitchFamily="34" charset="-122"/>
                <a:cs typeface="Malgun Gothic" pitchFamily="34" charset="-120"/>
              </a:rPr>
              <a:t>10</a:t>
            </a:r>
            <a:r>
              <a:rPr lang="ko-KR" altLang="en-US" sz="1400" dirty="0">
                <a:solidFill>
                  <a:srgbClr val="FFFFFF"/>
                </a:solidFill>
                <a:latin typeface="Malgun Gothic" pitchFamily="34" charset="0"/>
                <a:ea typeface="Malgun Gothic" pitchFamily="34" charset="-122"/>
                <a:cs typeface="Malgun Gothic" pitchFamily="34" charset="-120"/>
              </a:rPr>
              <a:t>분 정도 소요</a:t>
            </a:r>
            <a:endParaRPr lang="en-US" altLang="ko-KR" sz="1400" dirty="0">
              <a:solidFill>
                <a:srgbClr val="FFFFFF"/>
              </a:solidFill>
              <a:latin typeface="Malgun Gothic" pitchFamily="34" charset="0"/>
              <a:ea typeface="Malgun Gothic" pitchFamily="34" charset="-122"/>
              <a:cs typeface="Malgun Gothic" pitchFamily="34" charset="-120"/>
            </a:endParaRPr>
          </a:p>
        </p:txBody>
      </p:sp>
      <p:sp>
        <p:nvSpPr>
          <p:cNvPr id="4" name="Shape 2"/>
          <p:cNvSpPr/>
          <p:nvPr/>
        </p:nvSpPr>
        <p:spPr>
          <a:xfrm>
            <a:off x="640080" y="3327400"/>
            <a:ext cx="10881360" cy="3164839"/>
          </a:xfrm>
          <a:prstGeom prst="rect">
            <a:avLst/>
          </a:prstGeom>
          <a:solidFill>
            <a:srgbClr val="191914"/>
          </a:solidFill>
          <a:ln w="9525">
            <a:solidFill>
              <a:srgbClr val="3C3C3C"/>
            </a:solidFill>
            <a:prstDash val="solid"/>
          </a:ln>
        </p:spPr>
      </p:sp>
      <p:sp>
        <p:nvSpPr>
          <p:cNvPr id="5" name="Text 3"/>
          <p:cNvSpPr txBox="1"/>
          <p:nvPr/>
        </p:nvSpPr>
        <p:spPr>
          <a:xfrm>
            <a:off x="822960" y="3386003"/>
            <a:ext cx="10515600" cy="2969076"/>
          </a:xfrm>
          <a:prstGeom prst="rect">
            <a:avLst/>
          </a:prstGeom>
          <a:noFill/>
          <a:ln/>
        </p:spPr>
        <p:txBody>
          <a:bodyPr wrap="square" lIns="0" tIns="0" rIns="0" bIns="0" rtlCol="0" anchor="t"/>
          <a:lstStyle/>
          <a:p>
            <a:pPr marL="0" indent="0" algn="l">
              <a:lnSpc>
                <a:spcPct val="140000"/>
              </a:lnSpc>
              <a:spcAft>
                <a:spcPts val="500"/>
              </a:spcAft>
              <a:buNone/>
            </a:pPr>
            <a:r>
              <a:rPr lang="ko-KR" altLang="en-US" sz="1450" dirty="0">
                <a:solidFill>
                  <a:srgbClr val="FFFFFF"/>
                </a:solidFill>
                <a:latin typeface="Malgun Gothic" pitchFamily="34" charset="0"/>
                <a:ea typeface="Malgun Gothic" pitchFamily="34" charset="-122"/>
                <a:cs typeface="Malgun Gothic" pitchFamily="34" charset="-120"/>
              </a:rPr>
              <a:t>아래 조건으로</a:t>
            </a:r>
            <a:r>
              <a:rPr lang="en-US" sz="1450" dirty="0">
                <a:solidFill>
                  <a:srgbClr val="FFFFFF"/>
                </a:solidFill>
                <a:latin typeface="Malgun Gothic" pitchFamily="34" charset="0"/>
                <a:ea typeface="Malgun Gothic" pitchFamily="34" charset="-122"/>
                <a:cs typeface="Malgun Gothic" pitchFamily="34" charset="-120"/>
              </a:rPr>
              <a:t> agentic_ask.py </a:t>
            </a:r>
            <a:r>
              <a:rPr lang="ko-KR" altLang="en-US" sz="1450" dirty="0">
                <a:solidFill>
                  <a:srgbClr val="FFFFFF"/>
                </a:solidFill>
                <a:latin typeface="Malgun Gothic" pitchFamily="34" charset="0"/>
                <a:ea typeface="Malgun Gothic" pitchFamily="34" charset="-122"/>
                <a:cs typeface="Malgun Gothic" pitchFamily="34" charset="-120"/>
              </a:rPr>
              <a:t>코드를 만들어줘</a:t>
            </a:r>
            <a:r>
              <a:rPr lang="en-US" sz="1450" dirty="0">
                <a:solidFill>
                  <a:srgbClr val="FFFFFF"/>
                </a:solidFill>
                <a:latin typeface="Malgun Gothic" pitchFamily="34" charset="0"/>
                <a:ea typeface="Malgun Gothic" pitchFamily="34" charset="-122"/>
                <a:cs typeface="Malgun Gothic" pitchFamily="34" charset="-120"/>
              </a:rPr>
              <a:t>. </a:t>
            </a:r>
            <a:r>
              <a:rPr lang="ko-KR" altLang="en-US" sz="1450" dirty="0">
                <a:solidFill>
                  <a:srgbClr val="FFFFFF"/>
                </a:solidFill>
                <a:latin typeface="Malgun Gothic" pitchFamily="34" charset="0"/>
                <a:ea typeface="Malgun Gothic" pitchFamily="34" charset="-122"/>
                <a:cs typeface="Malgun Gothic" pitchFamily="34" charset="-120"/>
              </a:rPr>
              <a:t>그리고</a:t>
            </a:r>
            <a:r>
              <a:rPr lang="en-US" sz="1450" dirty="0">
                <a:solidFill>
                  <a:srgbClr val="FFFFFF"/>
                </a:solidFill>
                <a:latin typeface="Malgun Gothic" pitchFamily="34" charset="0"/>
                <a:ea typeface="Malgun Gothic" pitchFamily="34" charset="-122"/>
                <a:cs typeface="Malgun Gothic" pitchFamily="34" charset="-120"/>
              </a:rPr>
              <a:t> </a:t>
            </a:r>
            <a:r>
              <a:rPr lang="en-US" sz="1450" dirty="0" err="1">
                <a:solidFill>
                  <a:srgbClr val="FFFFFF"/>
                </a:solidFill>
                <a:latin typeface="Malgun Gothic" pitchFamily="34" charset="0"/>
                <a:ea typeface="Malgun Gothic" pitchFamily="34" charset="-122"/>
                <a:cs typeface="Malgun Gothic" pitchFamily="34" charset="-120"/>
              </a:rPr>
              <a:t>uv</a:t>
            </a:r>
            <a:r>
              <a:rPr lang="en-US" sz="1450" dirty="0">
                <a:solidFill>
                  <a:srgbClr val="FFFFFF"/>
                </a:solidFill>
                <a:latin typeface="Malgun Gothic" pitchFamily="34" charset="0"/>
                <a:ea typeface="Malgun Gothic" pitchFamily="34" charset="-122"/>
                <a:cs typeface="Malgun Gothic" pitchFamily="34" charset="-120"/>
              </a:rPr>
              <a:t> </a:t>
            </a:r>
            <a:r>
              <a:rPr lang="en-US" sz="1450" dirty="0" err="1">
                <a:solidFill>
                  <a:srgbClr val="FFFFFF"/>
                </a:solidFill>
                <a:latin typeface="Malgun Gothic" pitchFamily="34" charset="0"/>
                <a:ea typeface="Malgun Gothic" pitchFamily="34" charset="-122"/>
                <a:cs typeface="Malgun Gothic" pitchFamily="34" charset="-120"/>
              </a:rPr>
              <a:t>run으로</a:t>
            </a:r>
            <a:r>
              <a:rPr lang="en-US" sz="1450" dirty="0">
                <a:solidFill>
                  <a:srgbClr val="FFFFFF"/>
                </a:solidFill>
                <a:latin typeface="Malgun Gothic" pitchFamily="34" charset="0"/>
                <a:ea typeface="Malgun Gothic" pitchFamily="34" charset="-122"/>
                <a:cs typeface="Malgun Gothic" pitchFamily="34" charset="-120"/>
              </a:rPr>
              <a:t> </a:t>
            </a:r>
            <a:r>
              <a:rPr lang="ko-KR" altLang="en-US" sz="1450" dirty="0">
                <a:solidFill>
                  <a:srgbClr val="FFFFFF"/>
                </a:solidFill>
                <a:latin typeface="Malgun Gothic" pitchFamily="34" charset="0"/>
                <a:ea typeface="Malgun Gothic" pitchFamily="34" charset="-122"/>
                <a:cs typeface="Malgun Gothic" pitchFamily="34" charset="-120"/>
              </a:rPr>
              <a:t>실행</a:t>
            </a:r>
            <a:r>
              <a:rPr lang="en-US" sz="1450" dirty="0">
                <a:solidFill>
                  <a:srgbClr val="FFFFFF"/>
                </a:solidFill>
                <a:latin typeface="Malgun Gothic" pitchFamily="34" charset="0"/>
                <a:ea typeface="Malgun Gothic" pitchFamily="34" charset="-122"/>
                <a:cs typeface="Malgun Gothic" pitchFamily="34" charset="-120"/>
              </a:rPr>
              <a:t>해</a:t>
            </a:r>
            <a:r>
              <a:rPr lang="ko-KR" altLang="en-US" sz="1450" dirty="0">
                <a:solidFill>
                  <a:srgbClr val="FFFFFF"/>
                </a:solidFill>
                <a:latin typeface="Malgun Gothic" pitchFamily="34" charset="0"/>
                <a:ea typeface="Malgun Gothic" pitchFamily="34" charset="-122"/>
                <a:cs typeface="Malgun Gothic" pitchFamily="34" charset="-120"/>
              </a:rPr>
              <a:t>서 결과 보여줘</a:t>
            </a:r>
            <a:r>
              <a:rPr lang="en-US" sz="1450" dirty="0">
                <a:solidFill>
                  <a:srgbClr val="FFFFFF"/>
                </a:solidFill>
                <a:latin typeface="Malgun Gothic" pitchFamily="34" charset="0"/>
                <a:ea typeface="Malgun Gothic" pitchFamily="34" charset="-122"/>
                <a:cs typeface="Malgun Gothic" pitchFamily="34" charset="-120"/>
              </a:rPr>
              <a:t>.</a:t>
            </a:r>
            <a:endParaRPr lang="en-US" sz="1450" dirty="0"/>
          </a:p>
          <a:p>
            <a:pPr marL="0" indent="0" algn="l">
              <a:lnSpc>
                <a:spcPct val="140000"/>
              </a:lnSpc>
              <a:spcAft>
                <a:spcPts val="500"/>
              </a:spcAft>
              <a:buNone/>
            </a:pPr>
            <a:r>
              <a:rPr lang="en-US" sz="1450" dirty="0">
                <a:solidFill>
                  <a:srgbClr val="FFFFFF"/>
                </a:solidFill>
                <a:latin typeface="Malgun Gothic" pitchFamily="34" charset="0"/>
                <a:ea typeface="Malgun Gothic" pitchFamily="34" charset="-122"/>
                <a:cs typeface="Malgun Gothic" pitchFamily="34" charset="-120"/>
              </a:rPr>
              <a:t>ask.py의 build_prompt, call_claude와 search.py의 vector_search, bm25_search, rrf_fuse, rerank를 임포트해 재사용한다(반환 형식은 두 파일을 읽고 맞춘다). 임베딩 모델 로드와 "query: " 접두어 처리는 search.py가 하므로, agentic_ask.py에서는 모델을 직접 불러오거나 접두어를 붙이지 않는다. rewrite_query와 verify_answer는 call_claude의 system 인자에 단계 전용 지시문을 넘긴다(SYSTEM_PROMPT를 쓰지 않는다). 다음 다섯 함수를 정확히 이 이름과 시그니처로 만든다.</a:t>
            </a:r>
            <a:endParaRPr lang="en-US" sz="1450" dirty="0"/>
          </a:p>
          <a:p>
            <a:pPr marL="0" indent="0" algn="l">
              <a:lnSpc>
                <a:spcPct val="140000"/>
              </a:lnSpc>
              <a:spcAft>
                <a:spcPts val="500"/>
              </a:spcAft>
              <a:buNone/>
            </a:pPr>
            <a:r>
              <a:rPr lang="en-US" sz="1450" dirty="0">
                <a:solidFill>
                  <a:srgbClr val="FFFFFF"/>
                </a:solidFill>
                <a:latin typeface="Malgun Gothic" pitchFamily="34" charset="0"/>
                <a:ea typeface="Malgun Gothic" pitchFamily="34" charset="-122"/>
                <a:cs typeface="Malgun Gothic" pitchFamily="34" charset="-120"/>
              </a:rPr>
              <a:t>1. rewrite_query(question) -&gt; list[str]: 질문을 call_claude에 보내 "검색에 적합한 하위 질의 1~3개를 JSON 배열로만 출력"하게 하고 파싱해 반환한다. 코퍼스에 영문 논문과 국문 보고서가 섞여 있으므로 최소 1개는 영어, 1개는 한국어로 만들게 한다. 여러 문서의 정보가 필요한 질문은 문서별로 찾을 내용을 나눠 만들게 한다. 응답에 코드 펜스가 있으면 벗기고, 파싱에 실패하면 [question]을 반환한다.</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5">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실습</a:t>
            </a:r>
            <a:r>
              <a:rPr lang="en-US" sz="2800" b="1" dirty="0">
                <a:solidFill>
                  <a:srgbClr val="FFFFFF"/>
                </a:solidFill>
                <a:latin typeface="Malgun Gothic" pitchFamily="34" charset="0"/>
                <a:ea typeface="Malgun Gothic" pitchFamily="34" charset="-122"/>
                <a:cs typeface="Malgun Gothic" pitchFamily="34" charset="-120"/>
              </a:rPr>
              <a:t> — agentic_ask.py 작성 프롬프트 (2/3)</a:t>
            </a:r>
            <a:endParaRPr lang="en-US" sz="2800" dirty="0"/>
          </a:p>
        </p:txBody>
      </p:sp>
      <p:sp>
        <p:nvSpPr>
          <p:cNvPr id="4" name="Shape 2"/>
          <p:cNvSpPr/>
          <p:nvPr/>
        </p:nvSpPr>
        <p:spPr>
          <a:xfrm>
            <a:off x="640080" y="1645920"/>
            <a:ext cx="10881360" cy="4846320"/>
          </a:xfrm>
          <a:prstGeom prst="rect">
            <a:avLst/>
          </a:prstGeom>
          <a:solidFill>
            <a:srgbClr val="191914"/>
          </a:solidFill>
          <a:ln w="9525">
            <a:solidFill>
              <a:srgbClr val="3C3C3C"/>
            </a:solidFill>
            <a:prstDash val="solid"/>
          </a:ln>
        </p:spPr>
      </p:sp>
      <p:sp>
        <p:nvSpPr>
          <p:cNvPr id="5" name="Text 3"/>
          <p:cNvSpPr txBox="1"/>
          <p:nvPr/>
        </p:nvSpPr>
        <p:spPr>
          <a:xfrm>
            <a:off x="822960" y="1783080"/>
            <a:ext cx="10515600" cy="4572000"/>
          </a:xfrm>
          <a:prstGeom prst="rect">
            <a:avLst/>
          </a:prstGeom>
          <a:noFill/>
          <a:ln/>
        </p:spPr>
        <p:txBody>
          <a:bodyPr wrap="square" lIns="0" tIns="0" rIns="0" bIns="0" rtlCol="0" anchor="t"/>
          <a:lstStyle/>
          <a:p>
            <a:pPr marL="0" indent="0" algn="l">
              <a:lnSpc>
                <a:spcPct val="140000"/>
              </a:lnSpc>
              <a:spcAft>
                <a:spcPts val="500"/>
              </a:spcAft>
              <a:buNone/>
            </a:pPr>
            <a:r>
              <a:rPr lang="en-US" sz="1450" dirty="0">
                <a:solidFill>
                  <a:srgbClr val="FFFFFF"/>
                </a:solidFill>
                <a:latin typeface="Malgun Gothic" pitchFamily="34" charset="0"/>
                <a:ea typeface="Malgun Gothic" pitchFamily="34" charset="-122"/>
                <a:cs typeface="Malgun Gothic" pitchFamily="34" charset="-120"/>
              </a:rPr>
              <a:t>2. retrieve_chunks(sub_queries, per_query=10, k=3, max_chunks=8) -&gt; list[dict]: 하위 질의마다 vector_search와 bm25_search 결과를 rrf_fuse로 합쳐 상위 per_query개만 rerank에 넣고 상위 k개를 받는다. search()는 호출마다 후보 30개를 리랭킹하므로 여기서는 쓰지 않는다. 청크 id 기준으로 중복을 제거하고 리랭킹 점수 순으로 최대 max_chunks개를 반환한다. 각 dict는 search()와 같은 키(id, doc, page, text, score, rank)를 가진다.</a:t>
            </a:r>
            <a:endParaRPr lang="en-US" sz="1450" dirty="0"/>
          </a:p>
          <a:p>
            <a:pPr marL="0" indent="0" algn="l">
              <a:lnSpc>
                <a:spcPct val="140000"/>
              </a:lnSpc>
              <a:spcAft>
                <a:spcPts val="500"/>
              </a:spcAft>
              <a:buNone/>
            </a:pPr>
            <a:r>
              <a:rPr lang="en-US" sz="1450" dirty="0">
                <a:solidFill>
                  <a:srgbClr val="FFFFFF"/>
                </a:solidFill>
                <a:latin typeface="Malgun Gothic" pitchFamily="34" charset="0"/>
                <a:ea typeface="Malgun Gothic" pitchFamily="34" charset="-122"/>
                <a:cs typeface="Malgun Gothic" pitchFamily="34" charset="-120"/>
              </a:rPr>
              <a:t>3. draft_answer(question, chunks) -&gt; str: build_prompt와 call_claude로 ask.py와 같은 규칙(SYSTEM_PROMPT)의 초안을 생성한다.</a:t>
            </a:r>
            <a:endParaRPr lang="en-US" sz="1450" dirty="0"/>
          </a:p>
          <a:p>
            <a:pPr marL="0" indent="0" algn="l">
              <a:lnSpc>
                <a:spcPct val="140000"/>
              </a:lnSpc>
              <a:spcAft>
                <a:spcPts val="500"/>
              </a:spcAft>
              <a:buNone/>
            </a:pPr>
            <a:r>
              <a:rPr lang="en-US" sz="1450" dirty="0">
                <a:solidFill>
                  <a:srgbClr val="FFFFFF"/>
                </a:solidFill>
                <a:latin typeface="Malgun Gothic" pitchFamily="34" charset="0"/>
                <a:ea typeface="Malgun Gothic" pitchFamily="34" charset="-122"/>
                <a:cs typeface="Malgun Gothic" pitchFamily="34" charset="-120"/>
              </a:rPr>
              <a:t>4. verify_answer(draft, chunks) -&gt; list[dict]: 초안과 번호 붙인 청크를 call_claude에 보내 "초안을 주장 단위로 나누고, 각 주장이 청크에 근거하는지 {claim, supported, missing_query} 객체의 JSON 배열로만 판정"하게 하고 파싱해 반환한다. missing_query는 근거가 없을 때 추가로 검색할 질의(근거가 있으면 빈 문자열). 초안이 '찾을 수 없다'는 답이면 supported=false로 두고 다른 표현의 검색 질의를 넣게 한다. 파싱에 실패하면 빈 리스트를 반환하고 로그에 "verify parse failed"를 남긴다.</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6">
    <p:bg>
      <p:bgPr>
        <a:solidFill>
          <a:srgbClr val="121212"/>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실습</a:t>
            </a:r>
            <a:r>
              <a:rPr lang="en-US" sz="2800" b="1" dirty="0">
                <a:solidFill>
                  <a:srgbClr val="FFFFFF"/>
                </a:solidFill>
                <a:latin typeface="Malgun Gothic" pitchFamily="34" charset="0"/>
                <a:ea typeface="Malgun Gothic" pitchFamily="34" charset="-122"/>
                <a:cs typeface="Malgun Gothic" pitchFamily="34" charset="-120"/>
              </a:rPr>
              <a:t>  — agentic_ask.py 작성 프롬프트 (3/3)</a:t>
            </a:r>
            <a:endParaRPr lang="en-US" sz="2800" dirty="0"/>
          </a:p>
        </p:txBody>
      </p:sp>
      <p:sp>
        <p:nvSpPr>
          <p:cNvPr id="5" name="Shape 2"/>
          <p:cNvSpPr/>
          <p:nvPr/>
        </p:nvSpPr>
        <p:spPr>
          <a:xfrm>
            <a:off x="640080" y="1645920"/>
            <a:ext cx="10881360" cy="4846320"/>
          </a:xfrm>
          <a:prstGeom prst="rect">
            <a:avLst/>
          </a:prstGeom>
          <a:solidFill>
            <a:srgbClr val="191914"/>
          </a:solidFill>
          <a:ln w="9525">
            <a:solidFill>
              <a:srgbClr val="3C3C3C"/>
            </a:solidFill>
            <a:prstDash val="solid"/>
          </a:ln>
        </p:spPr>
      </p:sp>
      <p:sp>
        <p:nvSpPr>
          <p:cNvPr id="6" name="Text 3"/>
          <p:cNvSpPr txBox="1"/>
          <p:nvPr/>
        </p:nvSpPr>
        <p:spPr>
          <a:xfrm>
            <a:off x="822960" y="1783080"/>
            <a:ext cx="10515600" cy="4572000"/>
          </a:xfrm>
          <a:prstGeom prst="rect">
            <a:avLst/>
          </a:prstGeom>
          <a:noFill/>
          <a:ln/>
        </p:spPr>
        <p:txBody>
          <a:bodyPr wrap="square" lIns="0" tIns="0" rIns="0" bIns="0" rtlCol="0" anchor="t"/>
          <a:lstStyle/>
          <a:p>
            <a:pPr marL="0" indent="0" algn="l">
              <a:lnSpc>
                <a:spcPct val="150000"/>
              </a:lnSpc>
              <a:spcAft>
                <a:spcPts val="500"/>
              </a:spcAft>
              <a:buNone/>
            </a:pPr>
            <a:r>
              <a:rPr lang="en-US" sz="1450" dirty="0">
                <a:solidFill>
                  <a:srgbClr val="FFFFFF"/>
                </a:solidFill>
                <a:latin typeface="Malgun Gothic" pitchFamily="34" charset="0"/>
                <a:ea typeface="Malgun Gothic" pitchFamily="34" charset="-122"/>
                <a:cs typeface="Malgun Gothic" pitchFamily="34" charset="-120"/>
              </a:rPr>
              <a:t>5. run_agentic(question) -&gt; dict: 1→2→3→4 순서로 실행한다. supported=false인 주장이 있으면 그 missing_query(최대 2개)로 retrieve_chunks를 1회만 추가 실행해 새 청크를 기존 청크 뒤에 합치고(최대 10개) draft_answer와 verify_answer를 다시 호출한다. 재검색은 최대 1회로 고정한다. 재검증에서도 supported=false인 주장이 남으면 최종 답 끝에 "검증되지 않은 주장: ..."으로 덧붙인다. {"answer": 최종 답, "chunks": 사용한 청크, "log": 단계별 로그 문자열 리스트}를 반환한다.</a:t>
            </a:r>
            <a:endParaRPr lang="en-US" sz="1450" dirty="0"/>
          </a:p>
          <a:p>
            <a:pPr marL="0" indent="0" algn="l">
              <a:lnSpc>
                <a:spcPct val="150000"/>
              </a:lnSpc>
              <a:spcAft>
                <a:spcPts val="500"/>
              </a:spcAft>
              <a:buNone/>
            </a:pPr>
            <a:r>
              <a:rPr lang="en-US" sz="1450" dirty="0">
                <a:solidFill>
                  <a:srgbClr val="FFFFFF"/>
                </a:solidFill>
                <a:latin typeface="Malgun Gothic" pitchFamily="34" charset="0"/>
                <a:ea typeface="Malgun Gothic" pitchFamily="34" charset="-122"/>
                <a:cs typeface="Malgun Gothic" pitchFamily="34" charset="-120"/>
              </a:rPr>
              <a:t>6. 명령행 진입점: 질문을 받아 run_agentic을 실행하고 [rewrite] / [search] / [verify] / [research] / [verify2] 접두어의 로그를 순서대로 출력한 뒤, 최종 답과 출처 목록([번호] 파일명 | p.페이지)을 출력한다. 마지막 줄에 claude 호출 횟수, 리랭킹 쌍 수, 걸린 시간(초)을 출력한다.</a:t>
            </a:r>
            <a:endParaRPr lang="en-US" sz="1450" dirty="0"/>
          </a:p>
          <a:p>
            <a:pPr marL="0" indent="0" algn="l">
              <a:lnSpc>
                <a:spcPct val="150000"/>
              </a:lnSpc>
              <a:spcAft>
                <a:spcPts val="500"/>
              </a:spcAft>
              <a:buNone/>
            </a:pPr>
            <a:r>
              <a:rPr lang="en-US" sz="1450" dirty="0">
                <a:solidFill>
                  <a:srgbClr val="FFFFFF"/>
                </a:solidFill>
                <a:latin typeface="Malgun Gothic" pitchFamily="34" charset="0"/>
                <a:ea typeface="Malgun Gothic" pitchFamily="34" charset="-122"/>
                <a:cs typeface="Malgun Gothic" pitchFamily="34" charset="-120"/>
              </a:rPr>
              <a:t>작성 후 다음 질문으로 ask.py와 agentic_ask.py를 각각 실행해 두 출력을 나란히 보여줘: "긴 문맥에 문서를 전부 넣는 방식과 RAG를 비교한 실험에서는 어느 쪽이 더 정확했고, 긴 문맥 안에서 근거의 위치에 따라 정확도가 어떻게 달라지는가?". agentic_ask.py </a:t>
            </a:r>
            <a:r>
              <a:rPr lang="ko-KR" altLang="en-US" sz="1450" dirty="0">
                <a:solidFill>
                  <a:srgbClr val="FFFFFF"/>
                </a:solidFill>
                <a:latin typeface="Malgun Gothic" pitchFamily="34" charset="0"/>
                <a:ea typeface="Malgun Gothic" pitchFamily="34" charset="-122"/>
                <a:cs typeface="Malgun Gothic" pitchFamily="34" charset="-120"/>
              </a:rPr>
              <a:t>방식의 경우 질문을 </a:t>
            </a:r>
            <a:r>
              <a:rPr lang="ko-KR" altLang="en-US" sz="1450">
                <a:solidFill>
                  <a:srgbClr val="FFFFFF"/>
                </a:solidFill>
                <a:latin typeface="Malgun Gothic" pitchFamily="34" charset="0"/>
                <a:ea typeface="Malgun Gothic" pitchFamily="34" charset="-122"/>
                <a:cs typeface="Malgun Gothic" pitchFamily="34" charset="-120"/>
              </a:rPr>
              <a:t>어떻게 수정해갔는지 답변에서 보여줘</a:t>
            </a:r>
            <a:r>
              <a:rPr lang="en-US" altLang="ko-KR" sz="1450">
                <a:solidFill>
                  <a:srgbClr val="FFFFFF"/>
                </a:solidFill>
                <a:latin typeface="Malgun Gothic" pitchFamily="34" charset="0"/>
                <a:ea typeface="Malgun Gothic" pitchFamily="34" charset="-122"/>
                <a:cs typeface="Malgun Gothic" pitchFamily="34" charset="-120"/>
              </a:rPr>
              <a:t>.</a:t>
            </a:r>
            <a:endParaRPr lang="en-US" sz="1450" dirty="0">
              <a:solidFill>
                <a:srgbClr val="FFFFFF"/>
              </a:solidFill>
              <a:latin typeface="Malgun Gothic" pitchFamily="34" charset="0"/>
              <a:ea typeface="Malgun Gothic" pitchFamily="34" charset="-122"/>
              <a:cs typeface="Malgun Gothic" pitchFamily="34" charset="-120"/>
            </a:endParaRPr>
          </a:p>
          <a:p>
            <a:pPr marL="0" indent="0" algn="l">
              <a:lnSpc>
                <a:spcPct val="150000"/>
              </a:lnSpc>
              <a:spcAft>
                <a:spcPts val="500"/>
              </a:spcAft>
              <a:buNone/>
            </a:pPr>
            <a:r>
              <a:rPr lang="en-US" sz="1450" dirty="0">
                <a:solidFill>
                  <a:srgbClr val="FFFFFF"/>
                </a:solidFill>
                <a:latin typeface="Malgun Gothic" pitchFamily="34" charset="0"/>
                <a:ea typeface="Malgun Gothic" pitchFamily="34" charset="-122"/>
                <a:cs typeface="Malgun Gothic" pitchFamily="34" charset="-120"/>
              </a:rPr>
              <a:t>각 실행의 시간 제한은 10분으로 잡아줘. 응답이 비어 있거나 실행이 멈추면 코드를 고치지 말고, 내가 터미널에서 직접 실행할 수 있도록 명령 한 줄만 알려줘.</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7">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실습</a:t>
            </a:r>
            <a:r>
              <a:rPr lang="en-US" sz="2800" b="1" dirty="0">
                <a:solidFill>
                  <a:srgbClr val="FFFFFF"/>
                </a:solidFill>
                <a:latin typeface="Malgun Gothic" pitchFamily="34" charset="0"/>
                <a:ea typeface="Malgun Gothic" pitchFamily="34" charset="-122"/>
                <a:cs typeface="Malgun Gothic" pitchFamily="34" charset="-120"/>
              </a:rPr>
              <a:t>  — 프롬프트를 이렇게 쓴 이유 (1/2) 재사용·재작성</a:t>
            </a:r>
            <a:endParaRPr lang="en-US" sz="2800" dirty="0"/>
          </a:p>
        </p:txBody>
      </p:sp>
      <p:sp>
        <p:nvSpPr>
          <p:cNvPr id="3" name="Text 1"/>
          <p:cNvSpPr txBox="1"/>
          <p:nvPr/>
        </p:nvSpPr>
        <p:spPr>
          <a:xfrm>
            <a:off x="640080" y="1170432"/>
            <a:ext cx="10881360" cy="329184"/>
          </a:xfrm>
          <a:prstGeom prst="rect">
            <a:avLst/>
          </a:prstGeom>
          <a:noFill/>
          <a:ln/>
        </p:spPr>
        <p:txBody>
          <a:bodyPr wrap="square" lIns="0" tIns="0" rIns="0" bIns="0" rtlCol="0" anchor="ctr"/>
          <a:lstStyle/>
          <a:p>
            <a:pPr marL="0" indent="0" algn="l">
              <a:lnSpc>
                <a:spcPct val="130000"/>
              </a:lnSpc>
              <a:buNone/>
            </a:pPr>
            <a:r>
              <a:rPr lang="en-US" sz="1400" dirty="0">
                <a:solidFill>
                  <a:srgbClr val="FFFFFF"/>
                </a:solidFill>
                <a:latin typeface="Malgun Gothic" pitchFamily="34" charset="0"/>
                <a:ea typeface="Malgun Gothic" pitchFamily="34" charset="-122"/>
                <a:cs typeface="Malgun Gothic" pitchFamily="34" charset="-120"/>
              </a:rPr>
              <a:t>앞 세 장의 지시문이 왜 이렇게 쓰였는지 풀어 쓴 설명. </a:t>
            </a:r>
            <a:endParaRPr lang="en-US" sz="1400" dirty="0"/>
          </a:p>
        </p:txBody>
      </p:sp>
      <p:graphicFrame>
        <p:nvGraphicFramePr>
          <p:cNvPr id="38" name="Table 0"/>
          <p:cNvGraphicFramePr>
            <a:graphicFrameLocks noGrp="1"/>
          </p:cNvGraphicFramePr>
          <p:nvPr>
            <p:extLst>
              <p:ext uri="{D42A27DB-BD31-4B8C-83A1-F6EECF244321}">
                <p14:modId xmlns:p14="http://schemas.microsoft.com/office/powerpoint/2010/main" val="196377252"/>
              </p:ext>
            </p:extLst>
          </p:nvPr>
        </p:nvGraphicFramePr>
        <p:xfrm>
          <a:off x="640080" y="1645920"/>
          <a:ext cx="10881360" cy="3573780"/>
        </p:xfrm>
        <a:graphic>
          <a:graphicData uri="http://schemas.openxmlformats.org/drawingml/2006/table">
            <a:tbl>
              <a:tblPr/>
              <a:tblGrid>
                <a:gridCol w="356616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0">
                <a:tc>
                  <a:txBody>
                    <a:bodyPr/>
                    <a:lstStyle/>
                    <a:p>
                      <a:pPr marL="0" indent="0" algn="l">
                        <a:buNone/>
                      </a:pPr>
                      <a:r>
                        <a:rPr lang="en-US" sz="1250" b="1" dirty="0">
                          <a:solidFill>
                            <a:srgbClr val="FFD733"/>
                          </a:solidFill>
                          <a:latin typeface="Malgun Gothic" pitchFamily="34" charset="0"/>
                          <a:ea typeface="Malgun Gothic" pitchFamily="34" charset="-122"/>
                          <a:cs typeface="Malgun Gothic" pitchFamily="34" charset="-120"/>
                        </a:rPr>
                        <a:t>프롬프트 지시</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tc>
                  <a:txBody>
                    <a:bodyPr/>
                    <a:lstStyle/>
                    <a:p>
                      <a:pPr marL="0" indent="0" algn="l">
                        <a:buNone/>
                      </a:pPr>
                      <a:r>
                        <a:rPr lang="en-US" sz="1250" b="1" dirty="0">
                          <a:solidFill>
                            <a:srgbClr val="FFD733"/>
                          </a:solidFill>
                          <a:latin typeface="Malgun Gothic" pitchFamily="34" charset="0"/>
                          <a:ea typeface="Malgun Gothic" pitchFamily="34" charset="-122"/>
                          <a:cs typeface="Malgun Gothic" pitchFamily="34" charset="-120"/>
                        </a:rPr>
                        <a:t>왜 이렇게 썼나</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0">
                <a:tc>
                  <a:txBody>
                    <a:bodyPr/>
                    <a:lstStyle/>
                    <a:p>
                      <a:pPr marL="0" indent="0" algn="l">
                        <a:buNone/>
                      </a:pPr>
                      <a:r>
                        <a:rPr lang="en-US" sz="1400" b="1" dirty="0">
                          <a:solidFill>
                            <a:srgbClr val="FFD733"/>
                          </a:solidFill>
                          <a:latin typeface="Malgun Gothic" pitchFamily="34" charset="0"/>
                          <a:ea typeface="Malgun Gothic" pitchFamily="34" charset="-122"/>
                          <a:cs typeface="Malgun Gothic" pitchFamily="34" charset="-120"/>
                        </a:rPr>
                        <a:t>기존 함수를 임포트 · 반환 형식은 파일을 읽고 맞춤</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400" dirty="0" err="1">
                          <a:solidFill>
                            <a:srgbClr val="FFFFFF"/>
                          </a:solidFill>
                          <a:latin typeface="Malgun Gothic" pitchFamily="34" charset="0"/>
                          <a:ea typeface="Malgun Gothic" pitchFamily="34" charset="-122"/>
                          <a:cs typeface="Malgun Gothic" pitchFamily="34" charset="-120"/>
                        </a:rPr>
                        <a:t>코드는</a:t>
                      </a:r>
                      <a:r>
                        <a:rPr lang="en-US" sz="1400" dirty="0">
                          <a:solidFill>
                            <a:srgbClr val="FFFFFF"/>
                          </a:solidFill>
                          <a:latin typeface="Malgun Gothic" pitchFamily="34" charset="0"/>
                          <a:ea typeface="Malgun Gothic" pitchFamily="34" charset="-122"/>
                          <a:cs typeface="Malgun Gothic" pitchFamily="34" charset="-120"/>
                        </a:rPr>
                        <a:t> 사람마다 조금씩 달라(</a:t>
                      </a:r>
                      <a:r>
                        <a:rPr lang="en-US" sz="1400" dirty="0" err="1">
                          <a:solidFill>
                            <a:srgbClr val="FFFFFF"/>
                          </a:solidFill>
                          <a:latin typeface="Malgun Gothic" pitchFamily="34" charset="0"/>
                          <a:ea typeface="Malgun Gothic" pitchFamily="34" charset="-122"/>
                          <a:cs typeface="Malgun Gothic" pitchFamily="34" charset="-120"/>
                        </a:rPr>
                        <a:t>비결정성</a:t>
                      </a:r>
                      <a:r>
                        <a:rPr lang="en-US" sz="1400" dirty="0">
                          <a:solidFill>
                            <a:srgbClr val="FFFFFF"/>
                          </a:solidFill>
                          <a:latin typeface="Malgun Gothic" pitchFamily="34" charset="0"/>
                          <a:ea typeface="Malgun Gothic" pitchFamily="34" charset="-122"/>
                          <a:cs typeface="Malgun Gothic" pitchFamily="34" charset="-120"/>
                        </a:rPr>
                        <a:t>) 하위 함수의 반환 형식이 다를 수 있음. Claude가 실제 파일을 읽고 맞추게 함</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1"/>
                  </a:ext>
                </a:extLst>
              </a:tr>
              <a:tr h="0">
                <a:tc>
                  <a:txBody>
                    <a:bodyPr/>
                    <a:lstStyle/>
                    <a:p>
                      <a:pPr marL="0" indent="0" algn="l">
                        <a:buNone/>
                      </a:pPr>
                      <a:r>
                        <a:rPr lang="en-US" sz="1400" b="1" dirty="0">
                          <a:solidFill>
                            <a:srgbClr val="FFD733"/>
                          </a:solidFill>
                          <a:latin typeface="Malgun Gothic" pitchFamily="34" charset="0"/>
                          <a:ea typeface="Malgun Gothic" pitchFamily="34" charset="-122"/>
                          <a:cs typeface="Malgun Gothic" pitchFamily="34" charset="-120"/>
                        </a:rPr>
                        <a:t>모델 로드와 접두어는 search.py 담당</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400" dirty="0">
                          <a:solidFill>
                            <a:srgbClr val="FFFFFF"/>
                          </a:solidFill>
                          <a:latin typeface="Malgun Gothic" pitchFamily="34" charset="0"/>
                          <a:ea typeface="Malgun Gothic" pitchFamily="34" charset="-122"/>
                          <a:cs typeface="Malgun Gothic" pitchFamily="34" charset="-120"/>
                        </a:rPr>
                        <a:t>query: 접두어가 두 번 붙거나, 같은 모델을 두 번 불러와 메모리를 낭비하는 것을 막음</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2"/>
                  </a:ext>
                </a:extLst>
              </a:tr>
              <a:tr h="0">
                <a:tc>
                  <a:txBody>
                    <a:bodyPr/>
                    <a:lstStyle/>
                    <a:p>
                      <a:pPr marL="0" indent="0" algn="l">
                        <a:buNone/>
                      </a:pPr>
                      <a:r>
                        <a:rPr lang="en-US" sz="1400" b="1" dirty="0">
                          <a:solidFill>
                            <a:srgbClr val="FFD733"/>
                          </a:solidFill>
                          <a:latin typeface="Malgun Gothic" pitchFamily="34" charset="0"/>
                          <a:ea typeface="Malgun Gothic" pitchFamily="34" charset="-122"/>
                          <a:cs typeface="Malgun Gothic" pitchFamily="34" charset="-120"/>
                        </a:rPr>
                        <a:t>단계 전용 system 지시문</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400" dirty="0" err="1">
                          <a:solidFill>
                            <a:srgbClr val="FFFFFF"/>
                          </a:solidFill>
                          <a:latin typeface="Malgun Gothic" pitchFamily="34" charset="0"/>
                          <a:ea typeface="Malgun Gothic" pitchFamily="34" charset="-122"/>
                          <a:cs typeface="Malgun Gothic" pitchFamily="34" charset="-120"/>
                        </a:rPr>
                        <a:t>SYSTEM_PROMPT는</a:t>
                      </a:r>
                      <a:r>
                        <a:rPr lang="en-US" sz="1400" dirty="0">
                          <a:solidFill>
                            <a:srgbClr val="FFFFFF"/>
                          </a:solidFill>
                          <a:latin typeface="Malgun Gothic" pitchFamily="34" charset="0"/>
                          <a:ea typeface="Malgun Gothic" pitchFamily="34" charset="-122"/>
                          <a:cs typeface="Malgun Gothic" pitchFamily="34" charset="-120"/>
                        </a:rPr>
                        <a:t> "청크만 근거로 답하라"는 답변 작성용 규칙. 재작성·판정 단계에 넘기면 지시가 서로 충돌함</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3"/>
                  </a:ext>
                </a:extLst>
              </a:tr>
              <a:tr h="0">
                <a:tc>
                  <a:txBody>
                    <a:bodyPr/>
                    <a:lstStyle/>
                    <a:p>
                      <a:pPr marL="0" indent="0" algn="l">
                        <a:buNone/>
                      </a:pPr>
                      <a:r>
                        <a:rPr lang="en-US" sz="1400" b="1" dirty="0">
                          <a:solidFill>
                            <a:srgbClr val="FFD733"/>
                          </a:solidFill>
                          <a:latin typeface="Malgun Gothic" pitchFamily="34" charset="0"/>
                          <a:ea typeface="Malgun Gothic" pitchFamily="34" charset="-122"/>
                          <a:cs typeface="Malgun Gothic" pitchFamily="34" charset="-120"/>
                        </a:rPr>
                        <a:t>1. 영어 1개, 한국어 1개</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400" dirty="0">
                          <a:solidFill>
                            <a:srgbClr val="FFFFFF"/>
                          </a:solidFill>
                          <a:latin typeface="Malgun Gothic" pitchFamily="34" charset="0"/>
                          <a:ea typeface="Malgun Gothic" pitchFamily="34" charset="-122"/>
                          <a:cs typeface="Malgun Gothic" pitchFamily="34" charset="-120"/>
                        </a:rPr>
                        <a:t>영문 논문 21편 + 국문 보고서 6편. 한쪽 언어의 질의만으로는 다른 언어의 문서가 단어 일치 검색에서 빠짐</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4"/>
                  </a:ext>
                </a:extLst>
              </a:tr>
              <a:tr h="0">
                <a:tc>
                  <a:txBody>
                    <a:bodyPr/>
                    <a:lstStyle/>
                    <a:p>
                      <a:pPr marL="0" indent="0" algn="l">
                        <a:buNone/>
                      </a:pPr>
                      <a:r>
                        <a:rPr lang="en-US" sz="1400" b="1" dirty="0">
                          <a:solidFill>
                            <a:srgbClr val="FFD733"/>
                          </a:solidFill>
                          <a:latin typeface="Malgun Gothic" pitchFamily="34" charset="0"/>
                          <a:ea typeface="Malgun Gothic" pitchFamily="34" charset="-122"/>
                          <a:cs typeface="Malgun Gothic" pitchFamily="34" charset="-120"/>
                        </a:rPr>
                        <a:t>1 · 4. 코드 펜스 제거, 파싱 실패 시 폴백</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400" dirty="0">
                          <a:solidFill>
                            <a:srgbClr val="FFFFFF"/>
                          </a:solidFill>
                          <a:latin typeface="Malgun Gothic" pitchFamily="34" charset="0"/>
                          <a:ea typeface="Malgun Gothic" pitchFamily="34" charset="-122"/>
                          <a:cs typeface="Malgun Gothic" pitchFamily="34" charset="-120"/>
                        </a:rPr>
                        <a:t>LLM의 출력 형식은 100% 보장되지 않음. </a:t>
                      </a:r>
                      <a:r>
                        <a:rPr lang="en-US" sz="1400" dirty="0" err="1">
                          <a:solidFill>
                            <a:srgbClr val="FFFFFF"/>
                          </a:solidFill>
                          <a:latin typeface="Malgun Gothic" pitchFamily="34" charset="0"/>
                          <a:ea typeface="Malgun Gothic" pitchFamily="34" charset="-122"/>
                          <a:cs typeface="Malgun Gothic" pitchFamily="34" charset="-120"/>
                        </a:rPr>
                        <a:t>실패해도</a:t>
                      </a:r>
                      <a:r>
                        <a:rPr lang="en-US" sz="1400" dirty="0">
                          <a:solidFill>
                            <a:srgbClr val="FFFFFF"/>
                          </a:solidFill>
                          <a:latin typeface="Malgun Gothic" pitchFamily="34" charset="0"/>
                          <a:ea typeface="Malgun Gothic" pitchFamily="34" charset="-122"/>
                          <a:cs typeface="Malgun Gothic" pitchFamily="34" charset="-120"/>
                        </a:rPr>
                        <a:t> </a:t>
                      </a:r>
                      <a:r>
                        <a:rPr lang="en-US" sz="1400" dirty="0" err="1">
                          <a:solidFill>
                            <a:srgbClr val="FFFFFF"/>
                          </a:solidFill>
                          <a:latin typeface="Malgun Gothic" pitchFamily="34" charset="0"/>
                          <a:ea typeface="Malgun Gothic" pitchFamily="34" charset="-122"/>
                          <a:cs typeface="Malgun Gothic" pitchFamily="34" charset="-120"/>
                        </a:rPr>
                        <a:t>끝까지</a:t>
                      </a:r>
                      <a:r>
                        <a:rPr lang="en-US" sz="1400" dirty="0">
                          <a:solidFill>
                            <a:srgbClr val="FFFFFF"/>
                          </a:solidFill>
                          <a:latin typeface="Malgun Gothic" pitchFamily="34" charset="0"/>
                          <a:ea typeface="Malgun Gothic" pitchFamily="34" charset="-122"/>
                          <a:cs typeface="Malgun Gothic" pitchFamily="34" charset="-120"/>
                        </a:rPr>
                        <a:t> 실행되게 함</a:t>
                      </a:r>
                      <a:endParaRPr lang="en-US" sz="1200" dirty="0">
                        <a:latin typeface="Malgun Gothic" charset="0"/>
                        <a:ea typeface="Malgun Gothic" charset="0"/>
                        <a:cs typeface="Malgun Gothic" charset="0"/>
                      </a:endParaRPr>
                    </a:p>
                  </a:txBody>
                  <a:tcPr marL="101600" marR="101600" marT="139700" marB="1397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8">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실습 ① — 프롬프트를 이렇게 쓴 이유 (2/2) 검색·검증·실행</a:t>
            </a:r>
            <a:endParaRPr lang="en-US" sz="2800" dirty="0"/>
          </a:p>
        </p:txBody>
      </p:sp>
      <p:graphicFrame>
        <p:nvGraphicFramePr>
          <p:cNvPr id="39" name="Table 0"/>
          <p:cNvGraphicFramePr>
            <a:graphicFrameLocks noGrp="1"/>
          </p:cNvGraphicFramePr>
          <p:nvPr>
            <p:extLst>
              <p:ext uri="{D42A27DB-BD31-4B8C-83A1-F6EECF244321}">
                <p14:modId xmlns:p14="http://schemas.microsoft.com/office/powerpoint/2010/main" val="217539662"/>
              </p:ext>
            </p:extLst>
          </p:nvPr>
        </p:nvGraphicFramePr>
        <p:xfrm>
          <a:off x="640080" y="1417320"/>
          <a:ext cx="10881360" cy="4282440"/>
        </p:xfrm>
        <a:graphic>
          <a:graphicData uri="http://schemas.openxmlformats.org/drawingml/2006/table">
            <a:tbl>
              <a:tblPr/>
              <a:tblGrid>
                <a:gridCol w="356616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0">
                <a:tc>
                  <a:txBody>
                    <a:bodyPr/>
                    <a:lstStyle/>
                    <a:p>
                      <a:pPr marL="0" indent="0" algn="l">
                        <a:buNone/>
                      </a:pPr>
                      <a:r>
                        <a:rPr lang="en-US" sz="1250" b="1" dirty="0">
                          <a:solidFill>
                            <a:srgbClr val="FFD733"/>
                          </a:solidFill>
                          <a:latin typeface="Malgun Gothic" pitchFamily="34" charset="0"/>
                          <a:ea typeface="Malgun Gothic" pitchFamily="34" charset="-122"/>
                          <a:cs typeface="Malgun Gothic" pitchFamily="34" charset="-120"/>
                        </a:rPr>
                        <a:t>프롬프트 지시</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tc>
                  <a:txBody>
                    <a:bodyPr/>
                    <a:lstStyle/>
                    <a:p>
                      <a:pPr marL="0" indent="0" algn="l">
                        <a:buNone/>
                      </a:pPr>
                      <a:r>
                        <a:rPr lang="en-US" sz="1250" b="1" dirty="0">
                          <a:solidFill>
                            <a:srgbClr val="FFD733"/>
                          </a:solidFill>
                          <a:latin typeface="Malgun Gothic" pitchFamily="34" charset="0"/>
                          <a:ea typeface="Malgun Gothic" pitchFamily="34" charset="-122"/>
                          <a:cs typeface="Malgun Gothic" pitchFamily="34" charset="-120"/>
                        </a:rPr>
                        <a:t>왜 이렇게 썼나</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0">
                <a:tc>
                  <a:txBody>
                    <a:bodyPr/>
                    <a:lstStyle/>
                    <a:p>
                      <a:pPr marL="0" indent="0" algn="l">
                        <a:buNone/>
                      </a:pPr>
                      <a:r>
                        <a:rPr lang="en-US" sz="1350" b="1" dirty="0">
                          <a:solidFill>
                            <a:srgbClr val="FFD733"/>
                          </a:solidFill>
                          <a:latin typeface="Malgun Gothic" pitchFamily="34" charset="0"/>
                          <a:ea typeface="Malgun Gothic" pitchFamily="34" charset="-122"/>
                          <a:cs typeface="Malgun Gothic" pitchFamily="34" charset="-120"/>
                        </a:rPr>
                        <a:t>2. per_query=10, k=3, max_chunks=8</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50" dirty="0">
                          <a:solidFill>
                            <a:srgbClr val="FFFFFF"/>
                          </a:solidFill>
                          <a:latin typeface="Malgun Gothic" pitchFamily="34" charset="0"/>
                          <a:ea typeface="Malgun Gothic" pitchFamily="34" charset="-122"/>
                          <a:cs typeface="Malgun Gothic" pitchFamily="34" charset="-120"/>
                        </a:rPr>
                        <a:t>리랭킹 </a:t>
                      </a:r>
                      <a:r>
                        <a:rPr lang="en-US" sz="1350" dirty="0" err="1">
                          <a:solidFill>
                            <a:srgbClr val="FFFFFF"/>
                          </a:solidFill>
                          <a:latin typeface="Malgun Gothic" pitchFamily="34" charset="0"/>
                          <a:ea typeface="Malgun Gothic" pitchFamily="34" charset="-122"/>
                          <a:cs typeface="Malgun Gothic" pitchFamily="34" charset="-120"/>
                        </a:rPr>
                        <a:t>채점을</a:t>
                      </a:r>
                      <a:r>
                        <a:rPr lang="en-US" sz="1350" dirty="0">
                          <a:solidFill>
                            <a:srgbClr val="FFFFFF"/>
                          </a:solidFill>
                          <a:latin typeface="Malgun Gothic" pitchFamily="34" charset="0"/>
                          <a:ea typeface="Malgun Gothic" pitchFamily="34" charset="-122"/>
                          <a:cs typeface="Malgun Gothic" pitchFamily="34" charset="-120"/>
                        </a:rPr>
                        <a:t> </a:t>
                      </a:r>
                      <a:r>
                        <a:rPr lang="ko-KR" altLang="en-US" sz="1350" dirty="0">
                          <a:solidFill>
                            <a:srgbClr val="FFFFFF"/>
                          </a:solidFill>
                          <a:latin typeface="Malgun Gothic" pitchFamily="34" charset="0"/>
                          <a:ea typeface="Malgun Gothic" pitchFamily="34" charset="-122"/>
                          <a:cs typeface="Malgun Gothic" pitchFamily="34" charset="-120"/>
                        </a:rPr>
                        <a:t>이전 강의와 </a:t>
                      </a:r>
                      <a:r>
                        <a:rPr lang="en-US" sz="1350" dirty="0" err="1">
                          <a:solidFill>
                            <a:srgbClr val="FFFFFF"/>
                          </a:solidFill>
                          <a:latin typeface="Malgun Gothic" pitchFamily="34" charset="0"/>
                          <a:ea typeface="Malgun Gothic" pitchFamily="34" charset="-122"/>
                          <a:cs typeface="Malgun Gothic" pitchFamily="34" charset="-120"/>
                        </a:rPr>
                        <a:t>같은</a:t>
                      </a:r>
                      <a:r>
                        <a:rPr lang="en-US" sz="1350" dirty="0">
                          <a:solidFill>
                            <a:srgbClr val="FFFFFF"/>
                          </a:solidFill>
                          <a:latin typeface="Malgun Gothic" pitchFamily="34" charset="0"/>
                          <a:ea typeface="Malgun Gothic" pitchFamily="34" charset="-122"/>
                          <a:cs typeface="Malgun Gothic" pitchFamily="34" charset="-120"/>
                        </a:rPr>
                        <a:t> 30쌍으로 묶기 위함. 청크 8개는 약 350토큰 × 8 ≈ 2,800토큰으로 프롬프트에 넣기에 부담 없는 양</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1"/>
                  </a:ext>
                </a:extLst>
              </a:tr>
              <a:tr h="0">
                <a:tc>
                  <a:txBody>
                    <a:bodyPr/>
                    <a:lstStyle/>
                    <a:p>
                      <a:pPr marL="0" indent="0" algn="l">
                        <a:buNone/>
                      </a:pPr>
                      <a:r>
                        <a:rPr lang="en-US" sz="1350" b="1" dirty="0">
                          <a:solidFill>
                            <a:srgbClr val="FFD733"/>
                          </a:solidFill>
                          <a:latin typeface="Malgun Gothic" pitchFamily="34" charset="0"/>
                          <a:ea typeface="Malgun Gothic" pitchFamily="34" charset="-122"/>
                          <a:cs typeface="Malgun Gothic" pitchFamily="34" charset="-120"/>
                        </a:rPr>
                        <a:t>2. id 기준 중복 제거</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50" dirty="0">
                          <a:solidFill>
                            <a:srgbClr val="FFFFFF"/>
                          </a:solidFill>
                          <a:latin typeface="Malgun Gothic" pitchFamily="34" charset="0"/>
                          <a:ea typeface="Malgun Gothic" pitchFamily="34" charset="-122"/>
                          <a:cs typeface="Malgun Gothic" pitchFamily="34" charset="-120"/>
                        </a:rPr>
                        <a:t>하위 질의들이 같은 청크를 찾아오는 일이 흔함. 같은 청크가 두 번 들어가면 토큰만 늘어남</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2"/>
                  </a:ext>
                </a:extLst>
              </a:tr>
              <a:tr h="0">
                <a:tc>
                  <a:txBody>
                    <a:bodyPr/>
                    <a:lstStyle/>
                    <a:p>
                      <a:pPr marL="0" indent="0" algn="l">
                        <a:buNone/>
                      </a:pPr>
                      <a:r>
                        <a:rPr lang="en-US" sz="1350" b="1" dirty="0">
                          <a:solidFill>
                            <a:srgbClr val="FFD733"/>
                          </a:solidFill>
                          <a:latin typeface="Malgun Gothic" pitchFamily="34" charset="0"/>
                          <a:ea typeface="Malgun Gothic" pitchFamily="34" charset="-122"/>
                          <a:cs typeface="Malgun Gothic" pitchFamily="34" charset="-120"/>
                        </a:rPr>
                        <a:t>4. 주장 단위 판정 · missing_query</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50" dirty="0">
                          <a:solidFill>
                            <a:srgbClr val="FFFFFF"/>
                          </a:solidFill>
                          <a:latin typeface="Malgun Gothic" pitchFamily="34" charset="0"/>
                          <a:ea typeface="Malgun Gothic" pitchFamily="34" charset="-122"/>
                          <a:cs typeface="Malgun Gothic" pitchFamily="34" charset="-120"/>
                        </a:rPr>
                        <a:t>어느 부분에 근거가 없는지, 무엇을 더 찾아야 하는지를 다음 단계가 바로 쓸 수 있는 형태로 받음</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3"/>
                  </a:ext>
                </a:extLst>
              </a:tr>
              <a:tr h="0">
                <a:tc>
                  <a:txBody>
                    <a:bodyPr/>
                    <a:lstStyle/>
                    <a:p>
                      <a:pPr marL="0" indent="0" algn="l">
                        <a:buNone/>
                      </a:pPr>
                      <a:r>
                        <a:rPr lang="en-US" sz="1350" b="1" dirty="0">
                          <a:solidFill>
                            <a:srgbClr val="FFD733"/>
                          </a:solidFill>
                          <a:latin typeface="Malgun Gothic" pitchFamily="34" charset="0"/>
                          <a:ea typeface="Malgun Gothic" pitchFamily="34" charset="-122"/>
                          <a:cs typeface="Malgun Gothic" pitchFamily="34" charset="-120"/>
                        </a:rPr>
                        <a:t>5. 재검색 최대 1회 · 질의 최대 2개</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50" dirty="0">
                          <a:solidFill>
                            <a:srgbClr val="FFFFFF"/>
                          </a:solidFill>
                          <a:latin typeface="Malgun Gothic" pitchFamily="34" charset="0"/>
                          <a:ea typeface="Malgun Gothic" pitchFamily="34" charset="-122"/>
                          <a:cs typeface="Malgun Gothic" pitchFamily="34" charset="-120"/>
                        </a:rPr>
                        <a:t>호출 수와 시간의 상한을 고정(Claude 최대 5회, 리랭킹 최대 50쌍). --max-turns 1과 같은 목적</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4"/>
                  </a:ext>
                </a:extLst>
              </a:tr>
              <a:tr h="0">
                <a:tc>
                  <a:txBody>
                    <a:bodyPr/>
                    <a:lstStyle/>
                    <a:p>
                      <a:pPr marL="0" indent="0" algn="l">
                        <a:buNone/>
                      </a:pPr>
                      <a:r>
                        <a:rPr lang="en-US" sz="1350" b="1" dirty="0">
                          <a:solidFill>
                            <a:srgbClr val="FFD733"/>
                          </a:solidFill>
                          <a:latin typeface="Malgun Gothic" pitchFamily="34" charset="0"/>
                          <a:ea typeface="Malgun Gothic" pitchFamily="34" charset="-122"/>
                          <a:cs typeface="Malgun Gothic" pitchFamily="34" charset="-120"/>
                        </a:rPr>
                        <a:t>5. "검증되지 않은 주장" 표시</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50" dirty="0">
                          <a:solidFill>
                            <a:srgbClr val="FFFFFF"/>
                          </a:solidFill>
                          <a:latin typeface="Malgun Gothic" pitchFamily="34" charset="0"/>
                          <a:ea typeface="Malgun Gothic" pitchFamily="34" charset="-122"/>
                          <a:cs typeface="Malgun Gothic" pitchFamily="34" charset="-120"/>
                        </a:rPr>
                        <a:t>상한에 도달해도 근거가 없으면 숨기지 않고 표시. 사용자가 어느 문장을 직접 확인해야 하는지 알 수 있음</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5"/>
                  </a:ext>
                </a:extLst>
              </a:tr>
              <a:tr h="0">
                <a:tc>
                  <a:txBody>
                    <a:bodyPr/>
                    <a:lstStyle/>
                    <a:p>
                      <a:pPr marL="0" indent="0" algn="l">
                        <a:buNone/>
                      </a:pPr>
                      <a:r>
                        <a:rPr lang="en-US" sz="1350" b="1" dirty="0">
                          <a:solidFill>
                            <a:srgbClr val="FFD733"/>
                          </a:solidFill>
                          <a:latin typeface="Malgun Gothic" pitchFamily="34" charset="0"/>
                          <a:ea typeface="Malgun Gothic" pitchFamily="34" charset="-122"/>
                          <a:cs typeface="Malgun Gothic" pitchFamily="34" charset="-120"/>
                        </a:rPr>
                        <a:t>6. 로그 접두어 · 마지막 줄 통계</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50" dirty="0">
                          <a:solidFill>
                            <a:srgbClr val="FFFFFF"/>
                          </a:solidFill>
                          <a:latin typeface="Malgun Gothic" pitchFamily="34" charset="0"/>
                          <a:ea typeface="Malgun Gothic" pitchFamily="34" charset="-122"/>
                          <a:cs typeface="Malgun Gothic" pitchFamily="34" charset="-120"/>
                        </a:rPr>
                        <a:t>단계별 입력과 출력을 눈으로 확인하고, 호출 수·시간을 ask.py와 비교하기 위함</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6"/>
                  </a:ext>
                </a:extLst>
              </a:tr>
              <a:tr h="0">
                <a:tc>
                  <a:txBody>
                    <a:bodyPr/>
                    <a:lstStyle/>
                    <a:p>
                      <a:pPr marL="0" indent="0" algn="l">
                        <a:buNone/>
                      </a:pPr>
                      <a:r>
                        <a:rPr lang="en-US" sz="1350" b="1" dirty="0">
                          <a:solidFill>
                            <a:srgbClr val="FFD733"/>
                          </a:solidFill>
                          <a:latin typeface="Malgun Gothic" pitchFamily="34" charset="0"/>
                          <a:ea typeface="Malgun Gothic" pitchFamily="34" charset="-122"/>
                          <a:cs typeface="Malgun Gothic" pitchFamily="34" charset="-120"/>
                        </a:rPr>
                        <a:t>시간 제한 10분 · 터미널 명령 안내</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50" dirty="0">
                          <a:solidFill>
                            <a:srgbClr val="FFFFFF"/>
                          </a:solidFill>
                          <a:latin typeface="Malgun Gothic" pitchFamily="34" charset="0"/>
                          <a:ea typeface="Malgun Gothic" pitchFamily="34" charset="-122"/>
                          <a:cs typeface="Malgun Gothic" pitchFamily="34" charset="-120"/>
                        </a:rPr>
                        <a:t>Code 탭의 기본 명령 시간 제한(2분)과 claude 중복 실행 문제에 대비</a:t>
                      </a:r>
                      <a:endParaRPr lang="en-US" sz="1200" dirty="0">
                        <a:latin typeface="Malgun Gothic" charset="0"/>
                        <a:ea typeface="Malgun Gothic" charset="0"/>
                        <a:cs typeface="Malgun Gothic" charset="0"/>
                      </a:endParaRPr>
                    </a:p>
                  </a:txBody>
                  <a:tcPr marL="101600" marR="101600" marT="114300" marB="1143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9">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실습</a:t>
            </a:r>
            <a:r>
              <a:rPr lang="en-US" sz="2800" b="1" dirty="0">
                <a:solidFill>
                  <a:srgbClr val="FFFFFF"/>
                </a:solidFill>
                <a:latin typeface="Malgun Gothic" pitchFamily="34" charset="0"/>
                <a:ea typeface="Malgun Gothic" pitchFamily="34" charset="-122"/>
                <a:cs typeface="Malgun Gothic" pitchFamily="34" charset="-120"/>
              </a:rPr>
              <a:t> — </a:t>
            </a:r>
            <a:r>
              <a:rPr lang="ko-KR" altLang="en-US" sz="2800" b="1" dirty="0">
                <a:solidFill>
                  <a:srgbClr val="FFFFFF"/>
                </a:solidFill>
                <a:latin typeface="Malgun Gothic" pitchFamily="34" charset="0"/>
                <a:ea typeface="Malgun Gothic" pitchFamily="34" charset="-122"/>
                <a:cs typeface="Malgun Gothic" pitchFamily="34" charset="-120"/>
              </a:rPr>
              <a:t>정상 출력 결과 예시</a:t>
            </a:r>
            <a:endParaRPr lang="en-US" sz="2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3787140"/>
        </p:xfrm>
        <a:graphic>
          <a:graphicData uri="http://schemas.openxmlformats.org/drawingml/2006/table">
            <a:tbl>
              <a:tblPr/>
              <a:tblGrid>
                <a:gridCol w="201168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0">
                <a:tc>
                  <a:txBody>
                    <a:bodyPr/>
                    <a:lstStyle/>
                    <a:p>
                      <a:pPr marL="0" indent="0" algn="l">
                        <a:buNone/>
                      </a:pPr>
                      <a:r>
                        <a:rPr lang="en-US" sz="1250" b="1" dirty="0">
                          <a:solidFill>
                            <a:srgbClr val="FFD733"/>
                          </a:solidFill>
                          <a:latin typeface="Malgun Gothic" pitchFamily="34" charset="0"/>
                          <a:ea typeface="Malgun Gothic" pitchFamily="34" charset="-122"/>
                          <a:cs typeface="Malgun Gothic" pitchFamily="34" charset="-120"/>
                        </a:rPr>
                        <a:t>확인 항목</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tc>
                  <a:txBody>
                    <a:bodyPr/>
                    <a:lstStyle/>
                    <a:p>
                      <a:pPr marL="0" indent="0" algn="l">
                        <a:buNone/>
                      </a:pPr>
                      <a:r>
                        <a:rPr lang="en-US" sz="1250" b="1" dirty="0">
                          <a:solidFill>
                            <a:srgbClr val="FFD733"/>
                          </a:solidFill>
                          <a:latin typeface="Malgun Gothic" pitchFamily="34" charset="0"/>
                          <a:ea typeface="Malgun Gothic" pitchFamily="34" charset="-122"/>
                          <a:cs typeface="Malgun Gothic" pitchFamily="34" charset="-120"/>
                        </a:rPr>
                        <a:t>정상 출력</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tc>
                  <a:txBody>
                    <a:bodyPr/>
                    <a:lstStyle/>
                    <a:p>
                      <a:pPr marL="0" indent="0" algn="l">
                        <a:buNone/>
                      </a:pPr>
                      <a:r>
                        <a:rPr lang="en-US" sz="1250" b="1" dirty="0">
                          <a:solidFill>
                            <a:srgbClr val="FFD733"/>
                          </a:solidFill>
                          <a:latin typeface="Malgun Gothic" pitchFamily="34" charset="0"/>
                          <a:ea typeface="Malgun Gothic" pitchFamily="34" charset="-122"/>
                          <a:cs typeface="Malgun Gothic" pitchFamily="34" charset="-120"/>
                        </a:rPr>
                        <a:t>불일치 시 조치</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0">
                <a:tc>
                  <a:txBody>
                    <a:bodyPr/>
                    <a:lstStyle/>
                    <a:p>
                      <a:pPr marL="0" indent="0" algn="l">
                        <a:buNone/>
                      </a:pPr>
                      <a:r>
                        <a:rPr lang="en-US" sz="1300" b="1" dirty="0">
                          <a:solidFill>
                            <a:srgbClr val="FFD733"/>
                          </a:solidFill>
                          <a:latin typeface="Malgun Gothic" pitchFamily="34" charset="0"/>
                          <a:ea typeface="Malgun Gothic" pitchFamily="34" charset="-122"/>
                          <a:cs typeface="Malgun Gothic" pitchFamily="34" charset="-120"/>
                        </a:rPr>
                        <a:t>1. 두 답변 비교</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00" dirty="0">
                          <a:solidFill>
                            <a:srgbClr val="FFFFFF"/>
                          </a:solidFill>
                          <a:latin typeface="Malgun Gothic" pitchFamily="34" charset="0"/>
                          <a:ea typeface="Malgun Gothic" pitchFamily="34" charset="-122"/>
                          <a:cs typeface="Malgun Gothic" pitchFamily="34" charset="-120"/>
                        </a:rPr>
                        <a:t>ask.py는 일부만 답하거나 "찾을 수 없다". agentic_ask.py는 서로 다른 문서 2개 이상을 인용(Li2025_LongContext_vs_RAG, Liu2023_LostInTheMiddle)</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00" dirty="0">
                          <a:solidFill>
                            <a:srgbClr val="FFFFFF"/>
                          </a:solidFill>
                          <a:latin typeface="Malgun Gothic" pitchFamily="34" charset="0"/>
                          <a:ea typeface="Malgun Gothic" pitchFamily="34" charset="-122"/>
                          <a:cs typeface="Malgun Gothic" pitchFamily="34" charset="-120"/>
                        </a:rPr>
                        <a:t>두 답이 같으면 질문이 쉬웠던 것. 프롬프트의 질문을 그대로 넣었는지 확인</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1"/>
                  </a:ext>
                </a:extLst>
              </a:tr>
              <a:tr h="0">
                <a:tc>
                  <a:txBody>
                    <a:bodyPr/>
                    <a:lstStyle/>
                    <a:p>
                      <a:pPr marL="0" indent="0" algn="l">
                        <a:buNone/>
                      </a:pPr>
                      <a:r>
                        <a:rPr lang="en-US" sz="1300" b="1" dirty="0">
                          <a:solidFill>
                            <a:srgbClr val="FFD733"/>
                          </a:solidFill>
                          <a:latin typeface="Malgun Gothic" pitchFamily="34" charset="0"/>
                          <a:ea typeface="Malgun Gothic" pitchFamily="34" charset="-122"/>
                          <a:cs typeface="Malgun Gothic" pitchFamily="34" charset="-120"/>
                        </a:rPr>
                        <a:t>2. 로그 순서</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00" dirty="0">
                          <a:solidFill>
                            <a:srgbClr val="FFFFFF"/>
                          </a:solidFill>
                          <a:latin typeface="Malgun Gothic" pitchFamily="34" charset="0"/>
                          <a:ea typeface="Malgun Gothic" pitchFamily="34" charset="-122"/>
                          <a:cs typeface="Malgun Gothic" pitchFamily="34" charset="-120"/>
                        </a:rPr>
                        <a:t>[rewrite] → [search] → [verify] 순서로 출력. 필요할 때만 [research] → [verify2]</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00" dirty="0">
                          <a:solidFill>
                            <a:srgbClr val="FFFFFF"/>
                          </a:solidFill>
                          <a:latin typeface="Malgun Gothic" pitchFamily="34" charset="0"/>
                          <a:ea typeface="Malgun Gothic" pitchFamily="34" charset="-122"/>
                          <a:cs typeface="Malgun Gothic" pitchFamily="34" charset="-120"/>
                        </a:rPr>
                        <a:t>줄이 빠졌으면 "run_agentic이 단계마다 log에 기록하게 해줘" 입력</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2"/>
                  </a:ext>
                </a:extLst>
              </a:tr>
              <a:tr h="0">
                <a:tc>
                  <a:txBody>
                    <a:bodyPr/>
                    <a:lstStyle/>
                    <a:p>
                      <a:pPr marL="0" indent="0" algn="l">
                        <a:buNone/>
                      </a:pPr>
                      <a:r>
                        <a:rPr lang="en-US" sz="1300" b="1" dirty="0">
                          <a:solidFill>
                            <a:srgbClr val="FFD733"/>
                          </a:solidFill>
                          <a:latin typeface="Malgun Gothic" pitchFamily="34" charset="0"/>
                          <a:ea typeface="Malgun Gothic" pitchFamily="34" charset="-122"/>
                          <a:cs typeface="Malgun Gothic" pitchFamily="34" charset="-120"/>
                        </a:rPr>
                        <a:t>3. 하위 질의</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00" dirty="0">
                          <a:solidFill>
                            <a:srgbClr val="FFFFFF"/>
                          </a:solidFill>
                          <a:latin typeface="Malgun Gothic" pitchFamily="34" charset="0"/>
                          <a:ea typeface="Malgun Gothic" pitchFamily="34" charset="-122"/>
                          <a:cs typeface="Malgun Gothic" pitchFamily="34" charset="-120"/>
                        </a:rPr>
                        <a:t>1~3개. 영어 질의 1개 이상</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00" dirty="0">
                          <a:solidFill>
                            <a:srgbClr val="FFFFFF"/>
                          </a:solidFill>
                          <a:latin typeface="Malgun Gothic" pitchFamily="34" charset="0"/>
                          <a:ea typeface="Malgun Gothic" pitchFamily="34" charset="-122"/>
                          <a:cs typeface="Malgun Gothic" pitchFamily="34" charset="-120"/>
                        </a:rPr>
                        <a:t>"rewrite_query 지시문에 영어 하위 질의 조건을 반영해줘" 입력</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3"/>
                  </a:ext>
                </a:extLst>
              </a:tr>
              <a:tr h="0">
                <a:tc>
                  <a:txBody>
                    <a:bodyPr/>
                    <a:lstStyle/>
                    <a:p>
                      <a:pPr marL="0" indent="0" algn="l">
                        <a:buNone/>
                      </a:pPr>
                      <a:r>
                        <a:rPr lang="en-US" sz="1300" b="1" dirty="0">
                          <a:solidFill>
                            <a:srgbClr val="FFD733"/>
                          </a:solidFill>
                          <a:latin typeface="Malgun Gothic" pitchFamily="34" charset="0"/>
                          <a:ea typeface="Malgun Gothic" pitchFamily="34" charset="-122"/>
                          <a:cs typeface="Malgun Gothic" pitchFamily="34" charset="-120"/>
                        </a:rPr>
                        <a:t>4. 함수 이름</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00" dirty="0">
                          <a:solidFill>
                            <a:srgbClr val="FFFFFF"/>
                          </a:solidFill>
                          <a:latin typeface="Malgun Gothic" pitchFamily="34" charset="0"/>
                          <a:ea typeface="Malgun Gothic" pitchFamily="34" charset="-122"/>
                          <a:cs typeface="Malgun Gothic" pitchFamily="34" charset="-120"/>
                        </a:rPr>
                        <a:t>다섯 함수가 지정한 이름으로 존재</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00" dirty="0">
                          <a:solidFill>
                            <a:srgbClr val="FFFFFF"/>
                          </a:solidFill>
                          <a:latin typeface="Malgun Gothic" pitchFamily="34" charset="0"/>
                          <a:ea typeface="Malgun Gothic" pitchFamily="34" charset="-122"/>
                          <a:cs typeface="Malgun Gothic" pitchFamily="34" charset="-120"/>
                        </a:rPr>
                        <a:t>"agentic_ask.py에 다섯 함수가 프롬프트에 적힌 이름 그대로 있는지 확인하고 고쳐줘" 입력</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4"/>
                  </a:ext>
                </a:extLst>
              </a:tr>
              <a:tr h="0">
                <a:tc>
                  <a:txBody>
                    <a:bodyPr/>
                    <a:lstStyle/>
                    <a:p>
                      <a:pPr marL="0" indent="0" algn="l">
                        <a:buNone/>
                      </a:pPr>
                      <a:r>
                        <a:rPr lang="en-US" sz="1300" b="1" dirty="0">
                          <a:solidFill>
                            <a:srgbClr val="FFD733"/>
                          </a:solidFill>
                          <a:latin typeface="Malgun Gothic" pitchFamily="34" charset="0"/>
                          <a:ea typeface="Malgun Gothic" pitchFamily="34" charset="-122"/>
                          <a:cs typeface="Malgun Gothic" pitchFamily="34" charset="-120"/>
                        </a:rPr>
                        <a:t>5. 접두어</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00" dirty="0">
                          <a:solidFill>
                            <a:srgbClr val="FFFFFF"/>
                          </a:solidFill>
                          <a:latin typeface="Malgun Gothic" pitchFamily="34" charset="0"/>
                          <a:ea typeface="Malgun Gothic" pitchFamily="34" charset="-122"/>
                          <a:cs typeface="Malgun Gothic" pitchFamily="34" charset="-120"/>
                        </a:rPr>
                        <a:t>agentic_ask.py 안에 "query: "를 붙이는 코드가 없음</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tc>
                  <a:txBody>
                    <a:bodyPr/>
                    <a:lstStyle/>
                    <a:p>
                      <a:pPr marL="0" indent="0" algn="l">
                        <a:buNone/>
                      </a:pPr>
                      <a:r>
                        <a:rPr lang="en-US" sz="1300" dirty="0">
                          <a:solidFill>
                            <a:srgbClr val="FFFFFF"/>
                          </a:solidFill>
                          <a:latin typeface="Malgun Gothic" pitchFamily="34" charset="0"/>
                          <a:ea typeface="Malgun Gothic" pitchFamily="34" charset="-122"/>
                          <a:cs typeface="Malgun Gothic" pitchFamily="34" charset="-120"/>
                        </a:rPr>
                        <a:t>"접두어는 search.py가 붙이니 agentic_ask.py에서는 제거해줘" 입력</a:t>
                      </a:r>
                      <a:endParaRPr lang="en-US" sz="1200" dirty="0">
                        <a:latin typeface="Malgun Gothic" charset="0"/>
                        <a:ea typeface="Malgun Gothic" charset="0"/>
                        <a:cs typeface="Malgun Gothic" charset="0"/>
                      </a:endParaRPr>
                    </a:p>
                  </a:txBody>
                  <a:tcPr marL="101600" marR="101600" marT="101600" marB="101600" anchor="ctr">
                    <a:lnL w="9525" cap="flat" cmpd="sng" algn="ctr">
                      <a:solidFill>
                        <a:srgbClr val="3C3C3C"/>
                      </a:solidFill>
                      <a:prstDash val="solid"/>
                      <a:round/>
                      <a:headEnd type="none" w="med" len="med"/>
                      <a:tailEnd type="none" w="med" len="med"/>
                    </a:lnL>
                    <a:lnR w="9525" cap="flat" cmpd="sng" algn="ctr">
                      <a:solidFill>
                        <a:srgbClr val="3C3C3C"/>
                      </a:solidFill>
                      <a:prstDash val="solid"/>
                      <a:round/>
                      <a:headEnd type="none" w="med" len="med"/>
                      <a:tailEnd type="none" w="med" len="med"/>
                    </a:lnR>
                    <a:lnT w="9525" cap="flat" cmpd="sng" algn="ctr">
                      <a:solidFill>
                        <a:srgbClr val="3C3C3C"/>
                      </a:solidFill>
                      <a:prstDash val="solid"/>
                      <a:round/>
                      <a:headEnd type="none" w="med" len="med"/>
                      <a:tailEnd type="none" w="med" len="med"/>
                    </a:lnT>
                    <a:lnB w="9525" cap="flat" cmpd="sng" algn="ctr">
                      <a:solidFill>
                        <a:srgbClr val="3C3C3C"/>
                      </a:solidFill>
                      <a:prstDash val="solid"/>
                      <a:round/>
                      <a:headEnd type="none" w="med" len="med"/>
                      <a:tailEnd type="none" w="med" len="med"/>
                    </a:lnB>
                    <a:solidFill>
                      <a:srgbClr val="1D1D1D"/>
                    </a:solidFill>
                  </a:tcPr>
                </a:tc>
                <a:extLst>
                  <a:ext uri="{0D108BD9-81ED-4DB2-BD59-A6C34878D82A}">
                    <a16:rowId xmlns:a16="http://schemas.microsoft.com/office/drawing/2014/main" val="10005"/>
                  </a:ext>
                </a:extLst>
              </a:tr>
            </a:tbl>
          </a:graphicData>
        </a:graphic>
      </p:graphicFrame>
      <p:sp>
        <p:nvSpPr>
          <p:cNvPr id="5" name="Shape 2"/>
          <p:cNvSpPr/>
          <p:nvPr/>
        </p:nvSpPr>
        <p:spPr>
          <a:xfrm>
            <a:off x="640080" y="6035040"/>
            <a:ext cx="10881360" cy="0"/>
          </a:xfrm>
          <a:prstGeom prst="line">
            <a:avLst/>
          </a:prstGeom>
          <a:noFill/>
          <a:ln w="9525">
            <a:solidFill>
              <a:srgbClr val="8A7A2A"/>
            </a:solidFill>
            <a:prstDash val="solid"/>
          </a:ln>
        </p:spPr>
      </p:sp>
      <p:sp>
        <p:nvSpPr>
          <p:cNvPr id="6" name="Text 3"/>
          <p:cNvSpPr txBox="1"/>
          <p:nvPr/>
        </p:nvSpPr>
        <p:spPr>
          <a:xfrm>
            <a:off x="640080" y="6099048"/>
            <a:ext cx="10881360" cy="685800"/>
          </a:xfrm>
          <a:prstGeom prst="rect">
            <a:avLst/>
          </a:prstGeom>
          <a:noFill/>
          <a:ln/>
        </p:spPr>
        <p:txBody>
          <a:bodyPr wrap="square" lIns="0" tIns="0" rIns="0" bIns="0" rtlCol="0" anchor="t"/>
          <a:lstStyle/>
          <a:p>
            <a:pPr marL="0" indent="0" algn="l">
              <a:lnSpc>
                <a:spcPct val="130000"/>
              </a:lnSpc>
              <a:buNone/>
            </a:pPr>
            <a:r>
              <a:rPr lang="en-US" sz="1050" b="1" dirty="0">
                <a:solidFill>
                  <a:srgbClr val="FFD733"/>
                </a:solidFill>
                <a:latin typeface="Malgun Gothic" pitchFamily="34" charset="0"/>
                <a:ea typeface="Malgun Gothic" pitchFamily="34" charset="-122"/>
                <a:cs typeface="Malgun Gothic" pitchFamily="34" charset="-120"/>
              </a:rPr>
              <a:t>유의  </a:t>
            </a:r>
            <a:r>
              <a:rPr lang="en-US" sz="1050" dirty="0">
                <a:solidFill>
                  <a:srgbClr val="FFFFFF"/>
                </a:solidFill>
                <a:latin typeface="Malgun Gothic" pitchFamily="34" charset="0"/>
                <a:ea typeface="Malgun Gothic" pitchFamily="34" charset="-122"/>
                <a:cs typeface="Malgun Gothic" pitchFamily="34" charset="-120"/>
              </a:rPr>
              <a:t>옆자리와 하위 질의, 청크, 답변 문장이 달라도 정상. LLM 호출이 3~5회 </a:t>
            </a:r>
            <a:r>
              <a:rPr lang="en-US" sz="1050" dirty="0" err="1">
                <a:solidFill>
                  <a:srgbClr val="FFFFFF"/>
                </a:solidFill>
                <a:latin typeface="Malgun Gothic" pitchFamily="34" charset="0"/>
                <a:ea typeface="Malgun Gothic" pitchFamily="34" charset="-122"/>
                <a:cs typeface="Malgun Gothic" pitchFamily="34" charset="-120"/>
              </a:rPr>
              <a:t>들어가므로</a:t>
            </a:r>
            <a:r>
              <a:rPr lang="en-US" sz="1050" dirty="0">
                <a:solidFill>
                  <a:srgbClr val="FFFFFF"/>
                </a:solidFill>
                <a:latin typeface="Malgun Gothic" pitchFamily="34" charset="0"/>
                <a:ea typeface="Malgun Gothic" pitchFamily="34" charset="-122"/>
                <a:cs typeface="Malgun Gothic" pitchFamily="34" charset="-120"/>
              </a:rPr>
              <a:t> </a:t>
            </a:r>
            <a:r>
              <a:rPr lang="ko-KR" altLang="en-US" sz="1050" dirty="0">
                <a:solidFill>
                  <a:srgbClr val="FFFFFF"/>
                </a:solidFill>
                <a:latin typeface="Malgun Gothic" pitchFamily="34" charset="0"/>
                <a:ea typeface="Malgun Gothic" pitchFamily="34" charset="-122"/>
                <a:cs typeface="Malgun Gothic" pitchFamily="34" charset="-120"/>
              </a:rPr>
              <a:t>이전보다</a:t>
            </a:r>
            <a:r>
              <a:rPr lang="en-US" sz="1050" dirty="0">
                <a:solidFill>
                  <a:srgbClr val="FFFFFF"/>
                </a:solidFill>
                <a:latin typeface="Malgun Gothic" pitchFamily="34" charset="0"/>
                <a:ea typeface="Malgun Gothic" pitchFamily="34" charset="-122"/>
                <a:cs typeface="Malgun Gothic" pitchFamily="34" charset="-120"/>
              </a:rPr>
              <a:t> 차이가 더 큼. 판정표의 조건만 만족하면 그대로 진행</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0">
    <p:bg>
      <p:bgPr>
        <a:solidFill>
          <a:srgbClr val="121212"/>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err="1">
                <a:solidFill>
                  <a:srgbClr val="FFFFFF"/>
                </a:solidFill>
                <a:latin typeface="Malgun Gothic" pitchFamily="34" charset="0"/>
                <a:ea typeface="Malgun Gothic" pitchFamily="34" charset="-122"/>
                <a:cs typeface="Malgun Gothic" pitchFamily="34" charset="-120"/>
              </a:rPr>
              <a:t>실습</a:t>
            </a:r>
            <a:r>
              <a:rPr lang="en-US" sz="2800" b="1" dirty="0">
                <a:solidFill>
                  <a:srgbClr val="FFFFFF"/>
                </a:solidFill>
                <a:latin typeface="Malgun Gothic" pitchFamily="34" charset="0"/>
                <a:ea typeface="Malgun Gothic" pitchFamily="34" charset="-122"/>
                <a:cs typeface="Malgun Gothic" pitchFamily="34" charset="-120"/>
              </a:rPr>
              <a:t> — 로그 읽기: 각 줄이 어떤 구성 요소의 출력인가</a:t>
            </a:r>
            <a:endParaRPr lang="en-US" sz="2800" dirty="0"/>
          </a:p>
        </p:txBody>
      </p:sp>
      <p:sp>
        <p:nvSpPr>
          <p:cNvPr id="4" name="Shape 1"/>
          <p:cNvSpPr/>
          <p:nvPr/>
        </p:nvSpPr>
        <p:spPr>
          <a:xfrm>
            <a:off x="640080" y="1463040"/>
            <a:ext cx="4023360" cy="786384"/>
          </a:xfrm>
          <a:prstGeom prst="roundRect">
            <a:avLst>
              <a:gd name="adj" fmla="val 9302"/>
            </a:avLst>
          </a:prstGeom>
          <a:solidFill>
            <a:srgbClr val="262626"/>
          </a:solidFill>
          <a:ln w="19050">
            <a:solidFill>
              <a:srgbClr val="FFD733"/>
            </a:solidFill>
            <a:prstDash val="solid"/>
          </a:ln>
        </p:spPr>
      </p:sp>
      <p:sp>
        <p:nvSpPr>
          <p:cNvPr id="5" name="Text 2"/>
          <p:cNvSpPr txBox="1"/>
          <p:nvPr/>
        </p:nvSpPr>
        <p:spPr>
          <a:xfrm>
            <a:off x="777240" y="1463040"/>
            <a:ext cx="3749040" cy="786384"/>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Consolas" pitchFamily="34" charset="0"/>
                <a:ea typeface="Consolas" pitchFamily="34" charset="-122"/>
                <a:cs typeface="Consolas" pitchFamily="34" charset="-120"/>
              </a:rPr>
              <a:t>[rewrite] ['...', '...', '...']</a:t>
            </a:r>
            <a:endParaRPr lang="en-US" sz="1200" dirty="0"/>
          </a:p>
        </p:txBody>
      </p:sp>
      <p:sp>
        <p:nvSpPr>
          <p:cNvPr id="6" name="Text 3"/>
          <p:cNvSpPr txBox="1"/>
          <p:nvPr/>
        </p:nvSpPr>
        <p:spPr>
          <a:xfrm>
            <a:off x="4846320" y="1463040"/>
            <a:ext cx="2468880" cy="786384"/>
          </a:xfrm>
          <a:prstGeom prst="rect">
            <a:avLst/>
          </a:prstGeom>
          <a:noFill/>
          <a:ln/>
        </p:spPr>
        <p:txBody>
          <a:bodyPr wrap="square" lIns="0" tIns="0" rIns="0" bIns="0" rtlCol="0" anchor="ctr"/>
          <a:lstStyle/>
          <a:p>
            <a:pPr marL="0" indent="0" algn="l">
              <a:lnSpc>
                <a:spcPct val="120000"/>
              </a:lnSpc>
              <a:buNone/>
            </a:pPr>
            <a:r>
              <a:rPr lang="en-US" sz="1300" b="1" dirty="0">
                <a:solidFill>
                  <a:srgbClr val="FFD733"/>
                </a:solidFill>
                <a:latin typeface="Malgun Gothic" pitchFamily="34" charset="0"/>
                <a:ea typeface="Malgun Gothic" pitchFamily="34" charset="-122"/>
                <a:cs typeface="Malgun Gothic" pitchFamily="34" charset="-120"/>
              </a:rPr>
              <a:t>① 질의 재작성 · 분해 · 번역</a:t>
            </a:r>
            <a:endParaRPr lang="en-US" sz="1300" dirty="0"/>
          </a:p>
        </p:txBody>
      </p:sp>
      <p:sp>
        <p:nvSpPr>
          <p:cNvPr id="7" name="Text 4"/>
          <p:cNvSpPr txBox="1"/>
          <p:nvPr/>
        </p:nvSpPr>
        <p:spPr>
          <a:xfrm>
            <a:off x="7406640" y="1463040"/>
            <a:ext cx="4114800" cy="786384"/>
          </a:xfrm>
          <a:prstGeom prst="rect">
            <a:avLst/>
          </a:prstGeom>
          <a:noFill/>
          <a:ln/>
        </p:spPr>
        <p:txBody>
          <a:bodyPr wrap="square" lIns="0" tIns="0" rIns="0" bIns="0" rtlCol="0" anchor="ctr"/>
          <a:lstStyle/>
          <a:p>
            <a:pPr marL="0" indent="0" algn="l">
              <a:lnSpc>
                <a:spcPct val="125000"/>
              </a:lnSpc>
              <a:buNone/>
            </a:pPr>
            <a:r>
              <a:rPr lang="en-US" sz="1250" dirty="0">
                <a:solidFill>
                  <a:srgbClr val="FFFFFF"/>
                </a:solidFill>
                <a:latin typeface="Malgun Gothic" pitchFamily="34" charset="0"/>
                <a:ea typeface="Malgun Gothic" pitchFamily="34" charset="-122"/>
                <a:cs typeface="Malgun Gothic" pitchFamily="34" charset="-120"/>
              </a:rPr>
              <a:t>질문이 하위 질의 1~3개로 바뀜. 영어 질의가 들어 있는지, 질문의 뜻이 바뀌지 않았는지 확인</a:t>
            </a:r>
            <a:endParaRPr lang="en-US" sz="1250" dirty="0"/>
          </a:p>
        </p:txBody>
      </p:sp>
      <p:sp>
        <p:nvSpPr>
          <p:cNvPr id="8" name="Shape 5"/>
          <p:cNvSpPr/>
          <p:nvPr/>
        </p:nvSpPr>
        <p:spPr>
          <a:xfrm>
            <a:off x="640080" y="2359152"/>
            <a:ext cx="4023360" cy="786384"/>
          </a:xfrm>
          <a:prstGeom prst="roundRect">
            <a:avLst>
              <a:gd name="adj" fmla="val 9302"/>
            </a:avLst>
          </a:prstGeom>
          <a:solidFill>
            <a:srgbClr val="1D1D1D"/>
          </a:solidFill>
          <a:ln w="9525">
            <a:solidFill>
              <a:srgbClr val="3C3C3C"/>
            </a:solidFill>
            <a:prstDash val="solid"/>
          </a:ln>
        </p:spPr>
      </p:sp>
      <p:sp>
        <p:nvSpPr>
          <p:cNvPr id="9" name="Text 6"/>
          <p:cNvSpPr txBox="1"/>
          <p:nvPr/>
        </p:nvSpPr>
        <p:spPr>
          <a:xfrm>
            <a:off x="777240" y="2359152"/>
            <a:ext cx="3749040" cy="786384"/>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Consolas" pitchFamily="34" charset="0"/>
                <a:ea typeface="Consolas" pitchFamily="34" charset="-122"/>
                <a:cs typeface="Consolas" pitchFamily="34" charset="-120"/>
              </a:rPr>
              <a:t>[search] 7 chunks: kim2025.pdf#12, ...</a:t>
            </a:r>
            <a:endParaRPr lang="en-US" sz="1200" dirty="0"/>
          </a:p>
        </p:txBody>
      </p:sp>
      <p:sp>
        <p:nvSpPr>
          <p:cNvPr id="10" name="Text 7"/>
          <p:cNvSpPr txBox="1"/>
          <p:nvPr/>
        </p:nvSpPr>
        <p:spPr>
          <a:xfrm>
            <a:off x="4846320" y="2359152"/>
            <a:ext cx="2468880" cy="786384"/>
          </a:xfrm>
          <a:prstGeom prst="rect">
            <a:avLst/>
          </a:prstGeom>
          <a:noFill/>
          <a:ln/>
        </p:spPr>
        <p:txBody>
          <a:bodyPr wrap="square" lIns="0" tIns="0" rIns="0" bIns="0" rtlCol="0" anchor="ctr"/>
          <a:lstStyle/>
          <a:p>
            <a:pPr marL="0" indent="0" algn="l">
              <a:lnSpc>
                <a:spcPct val="120000"/>
              </a:lnSpc>
              <a:buNone/>
            </a:pPr>
            <a:r>
              <a:rPr lang="en-US" sz="1300" b="1" dirty="0">
                <a:solidFill>
                  <a:srgbClr val="FFD733"/>
                </a:solidFill>
                <a:latin typeface="Malgun Gothic" pitchFamily="34" charset="0"/>
                <a:ea typeface="Malgun Gothic" pitchFamily="34" charset="-122"/>
                <a:cs typeface="Malgun Gothic" pitchFamily="34" charset="-120"/>
              </a:rPr>
              <a:t>② 멀티홉 검색 (병렬 분해)</a:t>
            </a:r>
            <a:endParaRPr lang="en-US" sz="1300" dirty="0"/>
          </a:p>
        </p:txBody>
      </p:sp>
      <p:sp>
        <p:nvSpPr>
          <p:cNvPr id="11" name="Text 8"/>
          <p:cNvSpPr txBox="1"/>
          <p:nvPr/>
        </p:nvSpPr>
        <p:spPr>
          <a:xfrm>
            <a:off x="7406640" y="2359152"/>
            <a:ext cx="4114800" cy="786384"/>
          </a:xfrm>
          <a:prstGeom prst="rect">
            <a:avLst/>
          </a:prstGeom>
          <a:noFill/>
          <a:ln/>
        </p:spPr>
        <p:txBody>
          <a:bodyPr wrap="square" lIns="0" tIns="0" rIns="0" bIns="0" rtlCol="0" anchor="ctr"/>
          <a:lstStyle/>
          <a:p>
            <a:pPr marL="0" indent="0" algn="l">
              <a:lnSpc>
                <a:spcPct val="125000"/>
              </a:lnSpc>
              <a:buNone/>
            </a:pPr>
            <a:r>
              <a:rPr lang="en-US" sz="1250" dirty="0">
                <a:solidFill>
                  <a:srgbClr val="FFFFFF"/>
                </a:solidFill>
                <a:latin typeface="Malgun Gothic" pitchFamily="34" charset="0"/>
                <a:ea typeface="Malgun Gothic" pitchFamily="34" charset="-122"/>
                <a:cs typeface="Malgun Gothic" pitchFamily="34" charset="-120"/>
              </a:rPr>
              <a:t>하위 질의별 결과를 id 기준으로 합친 청크 목록. 서로 다른 문서의 청크가 함께 들어왔는지 확인</a:t>
            </a:r>
            <a:endParaRPr lang="en-US" sz="1250" dirty="0"/>
          </a:p>
        </p:txBody>
      </p:sp>
      <p:sp>
        <p:nvSpPr>
          <p:cNvPr id="12" name="Shape 9"/>
          <p:cNvSpPr/>
          <p:nvPr/>
        </p:nvSpPr>
        <p:spPr>
          <a:xfrm>
            <a:off x="640080" y="3255264"/>
            <a:ext cx="4023360" cy="786384"/>
          </a:xfrm>
          <a:prstGeom prst="roundRect">
            <a:avLst>
              <a:gd name="adj" fmla="val 9302"/>
            </a:avLst>
          </a:prstGeom>
          <a:solidFill>
            <a:srgbClr val="262626"/>
          </a:solidFill>
          <a:ln w="19050">
            <a:solidFill>
              <a:srgbClr val="FFD733"/>
            </a:solidFill>
            <a:prstDash val="solid"/>
          </a:ln>
        </p:spPr>
      </p:sp>
      <p:sp>
        <p:nvSpPr>
          <p:cNvPr id="13" name="Text 10"/>
          <p:cNvSpPr txBox="1"/>
          <p:nvPr/>
        </p:nvSpPr>
        <p:spPr>
          <a:xfrm>
            <a:off x="777240" y="3255264"/>
            <a:ext cx="3749040" cy="786384"/>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Consolas" pitchFamily="34" charset="0"/>
                <a:ea typeface="Consolas" pitchFamily="34" charset="-122"/>
                <a:cs typeface="Consolas" pitchFamily="34" charset="-120"/>
              </a:rPr>
              <a:t>[verify] 4 claims, unsupported=1</a:t>
            </a:r>
            <a:endParaRPr lang="en-US" sz="1200" dirty="0"/>
          </a:p>
        </p:txBody>
      </p:sp>
      <p:sp>
        <p:nvSpPr>
          <p:cNvPr id="14" name="Text 11"/>
          <p:cNvSpPr txBox="1"/>
          <p:nvPr/>
        </p:nvSpPr>
        <p:spPr>
          <a:xfrm>
            <a:off x="4846320" y="3255264"/>
            <a:ext cx="2468880" cy="786384"/>
          </a:xfrm>
          <a:prstGeom prst="rect">
            <a:avLst/>
          </a:prstGeom>
          <a:noFill/>
          <a:ln/>
        </p:spPr>
        <p:txBody>
          <a:bodyPr wrap="square" lIns="0" tIns="0" rIns="0" bIns="0" rtlCol="0" anchor="ctr"/>
          <a:lstStyle/>
          <a:p>
            <a:pPr marL="0" indent="0" algn="l">
              <a:lnSpc>
                <a:spcPct val="120000"/>
              </a:lnSpc>
              <a:buNone/>
            </a:pPr>
            <a:r>
              <a:rPr lang="en-US" sz="1300" b="1" dirty="0">
                <a:solidFill>
                  <a:srgbClr val="FFD733"/>
                </a:solidFill>
                <a:latin typeface="Malgun Gothic" pitchFamily="34" charset="0"/>
                <a:ea typeface="Malgun Gothic" pitchFamily="34" charset="-122"/>
                <a:cs typeface="Malgun Gothic" pitchFamily="34" charset="-120"/>
              </a:rPr>
              <a:t>④ 근거 검증</a:t>
            </a:r>
            <a:endParaRPr lang="en-US" sz="1300" dirty="0"/>
          </a:p>
        </p:txBody>
      </p:sp>
      <p:sp>
        <p:nvSpPr>
          <p:cNvPr id="15" name="Text 12"/>
          <p:cNvSpPr txBox="1"/>
          <p:nvPr/>
        </p:nvSpPr>
        <p:spPr>
          <a:xfrm>
            <a:off x="7406640" y="3255264"/>
            <a:ext cx="4114800" cy="786384"/>
          </a:xfrm>
          <a:prstGeom prst="rect">
            <a:avLst/>
          </a:prstGeom>
          <a:noFill/>
          <a:ln/>
        </p:spPr>
        <p:txBody>
          <a:bodyPr wrap="square" lIns="0" tIns="0" rIns="0" bIns="0" rtlCol="0" anchor="ctr"/>
          <a:lstStyle/>
          <a:p>
            <a:pPr marL="0" indent="0" algn="l">
              <a:lnSpc>
                <a:spcPct val="125000"/>
              </a:lnSpc>
              <a:buNone/>
            </a:pPr>
            <a:r>
              <a:rPr lang="en-US" sz="1250" dirty="0">
                <a:solidFill>
                  <a:srgbClr val="FFFFFF"/>
                </a:solidFill>
                <a:latin typeface="Malgun Gothic" pitchFamily="34" charset="0"/>
                <a:ea typeface="Malgun Gothic" pitchFamily="34" charset="-122"/>
                <a:cs typeface="Malgun Gothic" pitchFamily="34" charset="-120"/>
              </a:rPr>
              <a:t>초안을 주장 4개로 나눠 판정. unsupported가 0이면 여기서 끝나고 초안이 그대로 최종 답이 됨</a:t>
            </a:r>
            <a:endParaRPr lang="en-US" sz="1250" dirty="0"/>
          </a:p>
        </p:txBody>
      </p:sp>
      <p:sp>
        <p:nvSpPr>
          <p:cNvPr id="16" name="Shape 13"/>
          <p:cNvSpPr/>
          <p:nvPr/>
        </p:nvSpPr>
        <p:spPr>
          <a:xfrm>
            <a:off x="640080" y="4151376"/>
            <a:ext cx="4023360" cy="786384"/>
          </a:xfrm>
          <a:prstGeom prst="roundRect">
            <a:avLst>
              <a:gd name="adj" fmla="val 9302"/>
            </a:avLst>
          </a:prstGeom>
          <a:solidFill>
            <a:srgbClr val="1D1D1D"/>
          </a:solidFill>
          <a:ln w="9525">
            <a:solidFill>
              <a:srgbClr val="3C3C3C"/>
            </a:solidFill>
            <a:prstDash val="solid"/>
          </a:ln>
        </p:spPr>
      </p:sp>
      <p:sp>
        <p:nvSpPr>
          <p:cNvPr id="17" name="Text 14"/>
          <p:cNvSpPr txBox="1"/>
          <p:nvPr/>
        </p:nvSpPr>
        <p:spPr>
          <a:xfrm>
            <a:off x="777240" y="4151376"/>
            <a:ext cx="3749040" cy="786384"/>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Consolas" pitchFamily="34" charset="0"/>
                <a:ea typeface="Consolas" pitchFamily="34" charset="-122"/>
                <a:cs typeface="Consolas" pitchFamily="34" charset="-120"/>
              </a:rPr>
              <a:t>[research] queries=[...] → +2 chunks</a:t>
            </a:r>
            <a:endParaRPr lang="en-US" sz="1200" dirty="0"/>
          </a:p>
        </p:txBody>
      </p:sp>
      <p:sp>
        <p:nvSpPr>
          <p:cNvPr id="18" name="Text 15"/>
          <p:cNvSpPr txBox="1"/>
          <p:nvPr/>
        </p:nvSpPr>
        <p:spPr>
          <a:xfrm>
            <a:off x="4846320" y="4151376"/>
            <a:ext cx="2468880" cy="786384"/>
          </a:xfrm>
          <a:prstGeom prst="rect">
            <a:avLst/>
          </a:prstGeom>
          <a:noFill/>
          <a:ln/>
        </p:spPr>
        <p:txBody>
          <a:bodyPr wrap="square" lIns="0" tIns="0" rIns="0" bIns="0" rtlCol="0" anchor="ctr"/>
          <a:lstStyle/>
          <a:p>
            <a:pPr marL="0" indent="0" algn="l">
              <a:lnSpc>
                <a:spcPct val="120000"/>
              </a:lnSpc>
              <a:buNone/>
            </a:pPr>
            <a:r>
              <a:rPr lang="en-US" sz="1300" b="1" dirty="0">
                <a:solidFill>
                  <a:srgbClr val="FFD733"/>
                </a:solidFill>
                <a:latin typeface="Malgun Gothic" pitchFamily="34" charset="0"/>
                <a:ea typeface="Malgun Gothic" pitchFamily="34" charset="-122"/>
                <a:cs typeface="Malgun Gothic" pitchFamily="34" charset="-120"/>
              </a:rPr>
              <a:t>⑤ 재검색 (순차 검색의 축소판)</a:t>
            </a:r>
            <a:endParaRPr lang="en-US" sz="1300" dirty="0"/>
          </a:p>
        </p:txBody>
      </p:sp>
      <p:sp>
        <p:nvSpPr>
          <p:cNvPr id="19" name="Text 16"/>
          <p:cNvSpPr txBox="1"/>
          <p:nvPr/>
        </p:nvSpPr>
        <p:spPr>
          <a:xfrm>
            <a:off x="7406640" y="4151376"/>
            <a:ext cx="4114800" cy="786384"/>
          </a:xfrm>
          <a:prstGeom prst="rect">
            <a:avLst/>
          </a:prstGeom>
          <a:noFill/>
          <a:ln/>
        </p:spPr>
        <p:txBody>
          <a:bodyPr wrap="square" lIns="0" tIns="0" rIns="0" bIns="0" rtlCol="0" anchor="ctr"/>
          <a:lstStyle/>
          <a:p>
            <a:pPr marL="0" indent="0" algn="l">
              <a:lnSpc>
                <a:spcPct val="125000"/>
              </a:lnSpc>
              <a:buNone/>
            </a:pPr>
            <a:r>
              <a:rPr lang="en-US" sz="1250" dirty="0">
                <a:solidFill>
                  <a:srgbClr val="FFFFFF"/>
                </a:solidFill>
                <a:latin typeface="Malgun Gothic" pitchFamily="34" charset="0"/>
                <a:ea typeface="Malgun Gothic" pitchFamily="34" charset="-122"/>
                <a:cs typeface="Malgun Gothic" pitchFamily="34" charset="-120"/>
              </a:rPr>
              <a:t>근거 없는 주장의 missing_query로 1회 추가 검색. 새 청크가 몇 개 더해졌는지 표시</a:t>
            </a:r>
            <a:endParaRPr lang="en-US" sz="1250" dirty="0"/>
          </a:p>
        </p:txBody>
      </p:sp>
      <p:sp>
        <p:nvSpPr>
          <p:cNvPr id="20" name="Shape 17"/>
          <p:cNvSpPr/>
          <p:nvPr/>
        </p:nvSpPr>
        <p:spPr>
          <a:xfrm>
            <a:off x="640080" y="5047488"/>
            <a:ext cx="4023360" cy="786384"/>
          </a:xfrm>
          <a:prstGeom prst="roundRect">
            <a:avLst>
              <a:gd name="adj" fmla="val 9302"/>
            </a:avLst>
          </a:prstGeom>
          <a:solidFill>
            <a:srgbClr val="262626"/>
          </a:solidFill>
          <a:ln w="19050">
            <a:solidFill>
              <a:srgbClr val="FFD733"/>
            </a:solidFill>
            <a:prstDash val="solid"/>
          </a:ln>
        </p:spPr>
      </p:sp>
      <p:sp>
        <p:nvSpPr>
          <p:cNvPr id="21" name="Text 18"/>
          <p:cNvSpPr txBox="1"/>
          <p:nvPr/>
        </p:nvSpPr>
        <p:spPr>
          <a:xfrm>
            <a:off x="777240" y="5047488"/>
            <a:ext cx="3749040" cy="786384"/>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Consolas" pitchFamily="34" charset="0"/>
                <a:ea typeface="Consolas" pitchFamily="34" charset="-122"/>
                <a:cs typeface="Consolas" pitchFamily="34" charset="-120"/>
              </a:rPr>
              <a:t>[verify2] 4 claims, unsupported=0</a:t>
            </a:r>
            <a:endParaRPr lang="en-US" sz="1200" dirty="0"/>
          </a:p>
        </p:txBody>
      </p:sp>
      <p:sp>
        <p:nvSpPr>
          <p:cNvPr id="22" name="Text 19"/>
          <p:cNvSpPr txBox="1"/>
          <p:nvPr/>
        </p:nvSpPr>
        <p:spPr>
          <a:xfrm>
            <a:off x="4846320" y="5047488"/>
            <a:ext cx="2468880" cy="786384"/>
          </a:xfrm>
          <a:prstGeom prst="rect">
            <a:avLst/>
          </a:prstGeom>
          <a:noFill/>
          <a:ln/>
        </p:spPr>
        <p:txBody>
          <a:bodyPr wrap="square" lIns="0" tIns="0" rIns="0" bIns="0" rtlCol="0" anchor="ctr"/>
          <a:lstStyle/>
          <a:p>
            <a:pPr marL="0" indent="0" algn="l">
              <a:lnSpc>
                <a:spcPct val="120000"/>
              </a:lnSpc>
              <a:buNone/>
            </a:pPr>
            <a:r>
              <a:rPr lang="en-US" sz="1300" b="1" dirty="0">
                <a:solidFill>
                  <a:srgbClr val="FFD733"/>
                </a:solidFill>
                <a:latin typeface="Malgun Gothic" pitchFamily="34" charset="0"/>
                <a:ea typeface="Malgun Gothic" pitchFamily="34" charset="-122"/>
                <a:cs typeface="Malgun Gothic" pitchFamily="34" charset="-120"/>
              </a:rPr>
              <a:t>④ 재검증</a:t>
            </a:r>
            <a:endParaRPr lang="en-US" sz="1300" dirty="0"/>
          </a:p>
        </p:txBody>
      </p:sp>
      <p:sp>
        <p:nvSpPr>
          <p:cNvPr id="23" name="Text 20"/>
          <p:cNvSpPr txBox="1"/>
          <p:nvPr/>
        </p:nvSpPr>
        <p:spPr>
          <a:xfrm>
            <a:off x="7406640" y="5047488"/>
            <a:ext cx="4114800" cy="786384"/>
          </a:xfrm>
          <a:prstGeom prst="rect">
            <a:avLst/>
          </a:prstGeom>
          <a:noFill/>
          <a:ln/>
        </p:spPr>
        <p:txBody>
          <a:bodyPr wrap="square" lIns="0" tIns="0" rIns="0" bIns="0" rtlCol="0" anchor="ctr"/>
          <a:lstStyle/>
          <a:p>
            <a:pPr marL="0" indent="0" algn="l">
              <a:lnSpc>
                <a:spcPct val="125000"/>
              </a:lnSpc>
              <a:buNone/>
            </a:pPr>
            <a:r>
              <a:rPr lang="en-US" sz="1250" dirty="0">
                <a:solidFill>
                  <a:srgbClr val="FFFFFF"/>
                </a:solidFill>
                <a:latin typeface="Malgun Gothic" pitchFamily="34" charset="0"/>
                <a:ea typeface="Malgun Gothic" pitchFamily="34" charset="-122"/>
                <a:cs typeface="Malgun Gothic" pitchFamily="34" charset="-120"/>
              </a:rPr>
              <a:t>재검색 뒤 unsupported가 줄었는지 확인. 남아 있으면 최종 답 끝에 "검증되지 않은 주장"으로 표시</a:t>
            </a:r>
            <a:endParaRPr lang="en-US" sz="1250" dirty="0"/>
          </a:p>
        </p:txBody>
      </p:sp>
      <p:sp>
        <p:nvSpPr>
          <p:cNvPr id="24" name="Text 21"/>
          <p:cNvSpPr txBox="1"/>
          <p:nvPr/>
        </p:nvSpPr>
        <p:spPr>
          <a:xfrm>
            <a:off x="640080" y="6035040"/>
            <a:ext cx="10881360" cy="365760"/>
          </a:xfrm>
          <a:prstGeom prst="rect">
            <a:avLst/>
          </a:prstGeom>
          <a:noFill/>
          <a:ln/>
        </p:spPr>
        <p:txBody>
          <a:bodyPr wrap="square" lIns="0" tIns="0" rIns="0" bIns="0" rtlCol="0" anchor="ctr"/>
          <a:lstStyle/>
          <a:p>
            <a:pPr marL="0" indent="0" algn="l">
              <a:lnSpc>
                <a:spcPct val="130000"/>
              </a:lnSpc>
              <a:buNone/>
            </a:pPr>
            <a:r>
              <a:rPr lang="en-US" sz="1300" b="1" dirty="0">
                <a:solidFill>
                  <a:srgbClr val="FFD733"/>
                </a:solidFill>
                <a:latin typeface="Malgun Gothic" pitchFamily="34" charset="0"/>
                <a:ea typeface="Malgun Gothic" pitchFamily="34" charset="-122"/>
                <a:cs typeface="Malgun Gothic" pitchFamily="34" charset="-120"/>
              </a:rPr>
              <a:t>마지막 줄 예:  </a:t>
            </a:r>
            <a:r>
              <a:rPr lang="en-US" sz="1300" dirty="0">
                <a:solidFill>
                  <a:srgbClr val="FFFFFF"/>
                </a:solidFill>
                <a:latin typeface="Consolas" pitchFamily="34" charset="0"/>
                <a:ea typeface="Consolas" pitchFamily="34" charset="-122"/>
                <a:cs typeface="Consolas" pitchFamily="34" charset="-120"/>
              </a:rPr>
              <a:t>calls=5  pairs=50  time=212s</a:t>
            </a:r>
            <a:r>
              <a:rPr lang="en-US" sz="1300" dirty="0">
                <a:solidFill>
                  <a:srgbClr val="FFFFFF"/>
                </a:solidFill>
                <a:latin typeface="Malgun Gothic" pitchFamily="34" charset="0"/>
                <a:ea typeface="Malgun Gothic" pitchFamily="34" charset="-122"/>
                <a:cs typeface="Malgun Gothic" pitchFamily="34" charset="-120"/>
              </a:rPr>
              <a:t>   → 24쪽 표의 수치와 비교</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42">
    <p:bg>
      <p:bgPr>
        <a:solidFill>
          <a:srgbClr val="121212"/>
        </a:solidFill>
        <a:effectLst/>
      </p:bgPr>
    </p:bg>
    <p:spTree>
      <p:nvGrpSpPr>
        <p:cNvPr id="1" name=""/>
        <p:cNvGrpSpPr/>
        <p:nvPr/>
      </p:nvGrpSpPr>
      <p:grpSpPr>
        <a:xfrm>
          <a:off x="0" y="0"/>
          <a:ext cx="0" cy="0"/>
          <a:chOff x="0" y="0"/>
          <a:chExt cx="0" cy="0"/>
        </a:xfrm>
      </p:grpSpPr>
      <p:sp>
        <p:nvSpPr>
          <p:cNvPr id="3" name="Text 1"/>
          <p:cNvSpPr txBox="1"/>
          <p:nvPr/>
        </p:nvSpPr>
        <p:spPr>
          <a:xfrm>
            <a:off x="822960" y="2743200"/>
            <a:ext cx="10515600" cy="914400"/>
          </a:xfrm>
          <a:prstGeom prst="rect">
            <a:avLst/>
          </a:prstGeom>
          <a:noFill/>
          <a:ln/>
        </p:spPr>
        <p:txBody>
          <a:bodyPr wrap="square" lIns="0" tIns="0" rIns="0" bIns="0" rtlCol="0" anchor="ctr"/>
          <a:lstStyle/>
          <a:p>
            <a:pPr marL="0" indent="0" algn="ctr">
              <a:lnSpc>
                <a:spcPct val="130000"/>
              </a:lnSpc>
              <a:buNone/>
            </a:pPr>
            <a:r>
              <a:rPr lang="en-US" sz="4000" b="1" dirty="0">
                <a:solidFill>
                  <a:srgbClr val="FFFFFF"/>
                </a:solidFill>
                <a:latin typeface="Malgun Gothic" pitchFamily="34" charset="0"/>
                <a:ea typeface="Malgun Gothic" pitchFamily="34" charset="-122"/>
                <a:cs typeface="Malgun Gothic" pitchFamily="34" charset="-120"/>
              </a:rPr>
              <a:t>에이전트형 — 모델이 검색을 직접 호출</a:t>
            </a:r>
            <a:endParaRPr lang="en-US" sz="4000" dirty="0"/>
          </a:p>
        </p:txBody>
      </p:sp>
      <p:sp>
        <p:nvSpPr>
          <p:cNvPr id="4" name="Shape 2"/>
          <p:cNvSpPr/>
          <p:nvPr/>
        </p:nvSpPr>
        <p:spPr>
          <a:xfrm>
            <a:off x="5394960" y="3794760"/>
            <a:ext cx="1371600" cy="0"/>
          </a:xfrm>
          <a:prstGeom prst="line">
            <a:avLst/>
          </a:prstGeom>
          <a:noFill/>
          <a:ln w="19050">
            <a:solidFill>
              <a:srgbClr val="FFD733"/>
            </a:solidFill>
            <a:prstDash val="solid"/>
          </a:ln>
        </p:spPr>
      </p:sp>
      <p:sp>
        <p:nvSpPr>
          <p:cNvPr id="5" name="Text 3"/>
          <p:cNvSpPr txBox="1"/>
          <p:nvPr/>
        </p:nvSpPr>
        <p:spPr>
          <a:xfrm>
            <a:off x="1371600" y="3931920"/>
            <a:ext cx="9418320" cy="822960"/>
          </a:xfrm>
          <a:prstGeom prst="rect">
            <a:avLst/>
          </a:prstGeom>
          <a:noFill/>
          <a:ln/>
        </p:spPr>
        <p:txBody>
          <a:bodyPr wrap="square" lIns="0" tIns="0" rIns="0" bIns="0" rtlCol="0" anchor="ctr"/>
          <a:lstStyle/>
          <a:p>
            <a:pPr marL="0" indent="0" algn="ctr">
              <a:lnSpc>
                <a:spcPct val="140000"/>
              </a:lnSpc>
              <a:buNone/>
            </a:pPr>
            <a:r>
              <a:rPr lang="en-US" sz="1600" dirty="0">
                <a:solidFill>
                  <a:srgbClr val="FFFFFF"/>
                </a:solidFill>
                <a:latin typeface="Malgun Gothic" pitchFamily="34" charset="0"/>
                <a:ea typeface="Malgun Gothic" pitchFamily="34" charset="-122"/>
                <a:cs typeface="Malgun Gothic" pitchFamily="34" charset="-120"/>
              </a:rPr>
              <a:t>같은 질문을 Claude Code에게 맡기고, 검색어·검색 횟수·종료 시점을 모델이 정하는 과정을 관찰. </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3">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ko-KR" altLang="en-US" sz="2800" b="1" dirty="0">
                <a:solidFill>
                  <a:srgbClr val="FFFFFF"/>
                </a:solidFill>
                <a:latin typeface="Malgun Gothic" pitchFamily="34" charset="0"/>
                <a:ea typeface="Malgun Gothic" pitchFamily="34" charset="-122"/>
                <a:cs typeface="Malgun Gothic" pitchFamily="34" charset="-120"/>
              </a:rPr>
              <a:t>실습 </a:t>
            </a:r>
            <a:r>
              <a:rPr lang="en-US" sz="2800" b="1" dirty="0">
                <a:solidFill>
                  <a:srgbClr val="FFFFFF"/>
                </a:solidFill>
                <a:latin typeface="Malgun Gothic" pitchFamily="34" charset="0"/>
                <a:ea typeface="Malgun Gothic" pitchFamily="34" charset="-122"/>
                <a:cs typeface="Malgun Gothic" pitchFamily="34" charset="-120"/>
              </a:rPr>
              <a:t>— Claude Code가 search.py를 도구로 호출</a:t>
            </a:r>
            <a:endParaRPr lang="en-US" sz="2800" dirty="0"/>
          </a:p>
        </p:txBody>
      </p:sp>
      <p:sp>
        <p:nvSpPr>
          <p:cNvPr id="3" name="Text 1"/>
          <p:cNvSpPr txBox="1"/>
          <p:nvPr/>
        </p:nvSpPr>
        <p:spPr>
          <a:xfrm>
            <a:off x="640080" y="1170432"/>
            <a:ext cx="10881360" cy="329184"/>
          </a:xfrm>
          <a:prstGeom prst="rect">
            <a:avLst/>
          </a:prstGeom>
          <a:noFill/>
          <a:ln/>
        </p:spPr>
        <p:txBody>
          <a:bodyPr wrap="square" lIns="0" tIns="0" rIns="0" bIns="0" rtlCol="0" anchor="ctr"/>
          <a:lstStyle/>
          <a:p>
            <a:pPr marL="0" indent="0" algn="l">
              <a:lnSpc>
                <a:spcPct val="130000"/>
              </a:lnSpc>
              <a:buNone/>
            </a:pPr>
            <a:r>
              <a:rPr lang="en-US" sz="1400" dirty="0" err="1">
                <a:solidFill>
                  <a:srgbClr val="FFFFFF"/>
                </a:solidFill>
                <a:latin typeface="Malgun Gothic" pitchFamily="34" charset="0"/>
                <a:ea typeface="Malgun Gothic" pitchFamily="34" charset="-122"/>
                <a:cs typeface="Malgun Gothic" pitchFamily="34" charset="-120"/>
              </a:rPr>
              <a:t>Claude가</a:t>
            </a:r>
            <a:r>
              <a:rPr lang="en-US" sz="1400" dirty="0">
                <a:solidFill>
                  <a:srgbClr val="FFFFFF"/>
                </a:solidFill>
                <a:latin typeface="Malgun Gothic" pitchFamily="34" charset="0"/>
                <a:ea typeface="Malgun Gothic" pitchFamily="34" charset="-122"/>
                <a:cs typeface="Malgun Gothic" pitchFamily="34" charset="-120"/>
              </a:rPr>
              <a:t> 명령 실행 도구로 search.py를 직접 실행</a:t>
            </a:r>
            <a:endParaRPr lang="en-US" sz="1400" dirty="0"/>
          </a:p>
        </p:txBody>
      </p:sp>
      <p:sp>
        <p:nvSpPr>
          <p:cNvPr id="4" name="Shape 2"/>
          <p:cNvSpPr/>
          <p:nvPr/>
        </p:nvSpPr>
        <p:spPr>
          <a:xfrm>
            <a:off x="640080" y="1920240"/>
            <a:ext cx="2103120" cy="1188720"/>
          </a:xfrm>
          <a:prstGeom prst="roundRect">
            <a:avLst>
              <a:gd name="adj" fmla="val 6154"/>
            </a:avLst>
          </a:prstGeom>
          <a:solidFill>
            <a:srgbClr val="1D1D1D"/>
          </a:solidFill>
          <a:ln w="9525">
            <a:solidFill>
              <a:srgbClr val="3C3C3C"/>
            </a:solidFill>
            <a:prstDash val="solid"/>
          </a:ln>
        </p:spPr>
      </p:sp>
      <p:sp>
        <p:nvSpPr>
          <p:cNvPr id="5" name="Text 3"/>
          <p:cNvSpPr txBox="1"/>
          <p:nvPr/>
        </p:nvSpPr>
        <p:spPr>
          <a:xfrm>
            <a:off x="713232" y="2029968"/>
            <a:ext cx="1956816" cy="499262"/>
          </a:xfrm>
          <a:prstGeom prst="rect">
            <a:avLst/>
          </a:prstGeom>
          <a:noFill/>
          <a:ln/>
        </p:spPr>
        <p:txBody>
          <a:bodyPr wrap="square" lIns="0" tIns="0" rIns="0" bIns="0" rtlCol="0" anchor="ctr"/>
          <a:lstStyle/>
          <a:p>
            <a:pPr marL="0" indent="0" algn="ctr">
              <a:lnSpc>
                <a:spcPct val="130000"/>
              </a:lnSpc>
              <a:buNone/>
            </a:pPr>
            <a:r>
              <a:rPr lang="en-US" sz="1500" b="1" dirty="0">
                <a:solidFill>
                  <a:srgbClr val="FFFFFF"/>
                </a:solidFill>
                <a:latin typeface="Malgun Gothic" pitchFamily="34" charset="0"/>
                <a:ea typeface="Malgun Gothic" pitchFamily="34" charset="-122"/>
                <a:cs typeface="Malgun Gothic" pitchFamily="34" charset="-120"/>
              </a:rPr>
              <a:t>질문</a:t>
            </a:r>
            <a:endParaRPr lang="en-US" sz="1500" dirty="0"/>
          </a:p>
        </p:txBody>
      </p:sp>
      <p:sp>
        <p:nvSpPr>
          <p:cNvPr id="6" name="Text 4"/>
          <p:cNvSpPr txBox="1"/>
          <p:nvPr/>
        </p:nvSpPr>
        <p:spPr>
          <a:xfrm>
            <a:off x="713232" y="2514600"/>
            <a:ext cx="1956816" cy="499262"/>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긴 문맥 vs RAG 비교 + 근거 위치</a:t>
            </a:r>
            <a:endParaRPr lang="en-US" sz="1200" dirty="0"/>
          </a:p>
        </p:txBody>
      </p:sp>
      <p:sp>
        <p:nvSpPr>
          <p:cNvPr id="7" name="Shape 5"/>
          <p:cNvSpPr/>
          <p:nvPr/>
        </p:nvSpPr>
        <p:spPr>
          <a:xfrm>
            <a:off x="2788920" y="2514600"/>
            <a:ext cx="640080" cy="0"/>
          </a:xfrm>
          <a:prstGeom prst="line">
            <a:avLst/>
          </a:prstGeom>
          <a:noFill/>
          <a:ln w="22225">
            <a:solidFill>
              <a:srgbClr val="FFD733"/>
            </a:solidFill>
            <a:prstDash val="solid"/>
            <a:tailEnd type="triangle"/>
          </a:ln>
        </p:spPr>
      </p:sp>
      <p:sp>
        <p:nvSpPr>
          <p:cNvPr id="8" name="Shape 6"/>
          <p:cNvSpPr/>
          <p:nvPr/>
        </p:nvSpPr>
        <p:spPr>
          <a:xfrm>
            <a:off x="3474720" y="1691640"/>
            <a:ext cx="3657600" cy="1645920"/>
          </a:xfrm>
          <a:prstGeom prst="roundRect">
            <a:avLst>
              <a:gd name="adj" fmla="val 4444"/>
            </a:avLst>
          </a:prstGeom>
          <a:solidFill>
            <a:srgbClr val="262626"/>
          </a:solidFill>
          <a:ln w="19050">
            <a:solidFill>
              <a:srgbClr val="FFD733"/>
            </a:solidFill>
            <a:prstDash val="solid"/>
          </a:ln>
        </p:spPr>
      </p:sp>
      <p:sp>
        <p:nvSpPr>
          <p:cNvPr id="9" name="Text 7"/>
          <p:cNvSpPr txBox="1"/>
          <p:nvPr/>
        </p:nvSpPr>
        <p:spPr>
          <a:xfrm>
            <a:off x="3657600" y="1783080"/>
            <a:ext cx="3291840" cy="365760"/>
          </a:xfrm>
          <a:prstGeom prst="rect">
            <a:avLst/>
          </a:prstGeom>
          <a:noFill/>
          <a:ln/>
        </p:spPr>
        <p:txBody>
          <a:bodyPr wrap="square" lIns="0" tIns="0" rIns="0" bIns="0" rtlCol="0" anchor="ctr"/>
          <a:lstStyle/>
          <a:p>
            <a:pPr marL="0" indent="0" algn="l">
              <a:lnSpc>
                <a:spcPct val="130000"/>
              </a:lnSpc>
              <a:buNone/>
            </a:pPr>
            <a:r>
              <a:rPr lang="en-US" sz="1450" b="1" dirty="0">
                <a:solidFill>
                  <a:srgbClr val="FFD733"/>
                </a:solidFill>
                <a:latin typeface="Malgun Gothic" pitchFamily="34" charset="0"/>
                <a:ea typeface="Malgun Gothic" pitchFamily="34" charset="-122"/>
                <a:cs typeface="Malgun Gothic" pitchFamily="34" charset="-120"/>
              </a:rPr>
              <a:t>Code 탭의 Claude (모델)</a:t>
            </a:r>
            <a:endParaRPr lang="en-US" sz="1450" dirty="0"/>
          </a:p>
        </p:txBody>
      </p:sp>
      <p:sp>
        <p:nvSpPr>
          <p:cNvPr id="10" name="Text 8"/>
          <p:cNvSpPr txBox="1"/>
          <p:nvPr/>
        </p:nvSpPr>
        <p:spPr>
          <a:xfrm>
            <a:off x="3657600" y="2194560"/>
            <a:ext cx="3291840" cy="1097280"/>
          </a:xfrm>
          <a:prstGeom prst="rect">
            <a:avLst/>
          </a:prstGeom>
          <a:noFill/>
          <a:ln/>
        </p:spPr>
        <p:txBody>
          <a:bodyPr wrap="square" lIns="0" tIns="0" rIns="0" bIns="0" rtlCol="0" anchor="t"/>
          <a:lstStyle/>
          <a:p>
            <a:pPr marL="228600" indent="-228600" algn="l">
              <a:lnSpc>
                <a:spcPct val="125000"/>
              </a:lnSpc>
              <a:spcAft>
                <a:spcPts val="200"/>
              </a:spcAft>
              <a:buSzPct val="100000"/>
              <a:buChar char="•"/>
            </a:pPr>
            <a:r>
              <a:rPr lang="en-US" sz="1250" dirty="0">
                <a:solidFill>
                  <a:srgbClr val="FFFFFF"/>
                </a:solidFill>
                <a:latin typeface="Malgun Gothic" pitchFamily="34" charset="0"/>
                <a:ea typeface="Malgun Gothic" pitchFamily="34" charset="-122"/>
                <a:cs typeface="Malgun Gothic" pitchFamily="34" charset="-120"/>
              </a:rPr>
              <a:t>검색어를 스스로 정함</a:t>
            </a:r>
            <a:endParaRPr lang="en-US" sz="1250" dirty="0"/>
          </a:p>
          <a:p>
            <a:pPr marL="228600" indent="-228600" algn="l">
              <a:lnSpc>
                <a:spcPct val="125000"/>
              </a:lnSpc>
              <a:spcAft>
                <a:spcPts val="200"/>
              </a:spcAft>
              <a:buSzPct val="100000"/>
              <a:buChar char="•"/>
            </a:pPr>
            <a:r>
              <a:rPr lang="en-US" sz="1250" dirty="0">
                <a:solidFill>
                  <a:srgbClr val="FFFFFF"/>
                </a:solidFill>
                <a:latin typeface="Malgun Gothic" pitchFamily="34" charset="0"/>
                <a:ea typeface="Malgun Gothic" pitchFamily="34" charset="-122"/>
                <a:cs typeface="Malgun Gothic" pitchFamily="34" charset="-120"/>
              </a:rPr>
              <a:t>결과를 읽고 더 검색할지 판단</a:t>
            </a:r>
            <a:endParaRPr lang="en-US" sz="1250" dirty="0"/>
          </a:p>
          <a:p>
            <a:pPr marL="228600" indent="-228600" algn="l">
              <a:lnSpc>
                <a:spcPct val="125000"/>
              </a:lnSpc>
              <a:spcAft>
                <a:spcPts val="200"/>
              </a:spcAft>
              <a:buSzPct val="100000"/>
              <a:buChar char="•"/>
            </a:pPr>
            <a:r>
              <a:rPr lang="en-US" sz="1250" dirty="0">
                <a:solidFill>
                  <a:srgbClr val="FFFFFF"/>
                </a:solidFill>
                <a:latin typeface="Malgun Gothic" pitchFamily="34" charset="0"/>
                <a:ea typeface="Malgun Gothic" pitchFamily="34" charset="-122"/>
                <a:cs typeface="Malgun Gothic" pitchFamily="34" charset="-120"/>
              </a:rPr>
              <a:t>충분하면 답을 작성</a:t>
            </a:r>
            <a:endParaRPr lang="en-US" sz="1250" dirty="0"/>
          </a:p>
        </p:txBody>
      </p:sp>
      <p:sp>
        <p:nvSpPr>
          <p:cNvPr id="11" name="Shape 9"/>
          <p:cNvSpPr/>
          <p:nvPr/>
        </p:nvSpPr>
        <p:spPr>
          <a:xfrm>
            <a:off x="8321040" y="1691640"/>
            <a:ext cx="3200400" cy="731520"/>
          </a:xfrm>
          <a:prstGeom prst="roundRect">
            <a:avLst>
              <a:gd name="adj" fmla="val 10000"/>
            </a:avLst>
          </a:prstGeom>
          <a:solidFill>
            <a:srgbClr val="1D1D1D"/>
          </a:solidFill>
          <a:ln w="9525">
            <a:solidFill>
              <a:srgbClr val="3C3C3C"/>
            </a:solidFill>
            <a:prstDash val="solid"/>
          </a:ln>
        </p:spPr>
      </p:sp>
      <p:sp>
        <p:nvSpPr>
          <p:cNvPr id="12" name="Text 10"/>
          <p:cNvSpPr txBox="1"/>
          <p:nvPr/>
        </p:nvSpPr>
        <p:spPr>
          <a:xfrm>
            <a:off x="8394192" y="1691640"/>
            <a:ext cx="3054096" cy="731520"/>
          </a:xfrm>
          <a:prstGeom prst="rect">
            <a:avLst/>
          </a:prstGeom>
          <a:noFill/>
          <a:ln/>
        </p:spPr>
        <p:txBody>
          <a:bodyPr wrap="square" lIns="0" tIns="0" rIns="0" bIns="0" rtlCol="0" anchor="ctr"/>
          <a:lstStyle/>
          <a:p>
            <a:pPr marL="0" indent="0" algn="ctr">
              <a:lnSpc>
                <a:spcPct val="115000"/>
              </a:lnSpc>
              <a:buNone/>
            </a:pPr>
            <a:r>
              <a:rPr lang="en-US" sz="1150" b="1" dirty="0">
                <a:solidFill>
                  <a:srgbClr val="FFFFFF"/>
                </a:solidFill>
                <a:latin typeface="Malgun Gothic" pitchFamily="34" charset="0"/>
                <a:ea typeface="Malgun Gothic" pitchFamily="34" charset="-122"/>
                <a:cs typeface="Malgun Gothic" pitchFamily="34" charset="-120"/>
              </a:rPr>
              <a:t>search.py "검색어" --mode bm25</a:t>
            </a:r>
            <a:endParaRPr lang="en-US" sz="1150" dirty="0"/>
          </a:p>
        </p:txBody>
      </p:sp>
      <p:sp>
        <p:nvSpPr>
          <p:cNvPr id="13" name="Shape 11"/>
          <p:cNvSpPr/>
          <p:nvPr/>
        </p:nvSpPr>
        <p:spPr>
          <a:xfrm>
            <a:off x="8321040" y="2606040"/>
            <a:ext cx="3200400" cy="731520"/>
          </a:xfrm>
          <a:prstGeom prst="roundRect">
            <a:avLst>
              <a:gd name="adj" fmla="val 10000"/>
            </a:avLst>
          </a:prstGeom>
          <a:solidFill>
            <a:srgbClr val="1D1D1D"/>
          </a:solidFill>
          <a:ln w="9525">
            <a:solidFill>
              <a:srgbClr val="3C3C3C"/>
            </a:solidFill>
            <a:prstDash val="solid"/>
          </a:ln>
        </p:spPr>
      </p:sp>
      <p:sp>
        <p:nvSpPr>
          <p:cNvPr id="14" name="Text 12"/>
          <p:cNvSpPr txBox="1"/>
          <p:nvPr/>
        </p:nvSpPr>
        <p:spPr>
          <a:xfrm>
            <a:off x="8394192" y="2606040"/>
            <a:ext cx="3054096" cy="731520"/>
          </a:xfrm>
          <a:prstGeom prst="rect">
            <a:avLst/>
          </a:prstGeom>
          <a:noFill/>
          <a:ln/>
        </p:spPr>
        <p:txBody>
          <a:bodyPr wrap="square" lIns="0" tIns="0" rIns="0" bIns="0" rtlCol="0" anchor="ctr"/>
          <a:lstStyle/>
          <a:p>
            <a:pPr marL="0" indent="0" algn="ctr">
              <a:lnSpc>
                <a:spcPct val="115000"/>
              </a:lnSpc>
              <a:buNone/>
            </a:pPr>
            <a:r>
              <a:rPr lang="en-US" sz="1250" b="1" dirty="0">
                <a:solidFill>
                  <a:srgbClr val="FFFFFF"/>
                </a:solidFill>
                <a:latin typeface="Malgun Gothic" pitchFamily="34" charset="0"/>
                <a:ea typeface="Malgun Gothic" pitchFamily="34" charset="-122"/>
                <a:cs typeface="Malgun Gothic" pitchFamily="34" charset="-120"/>
              </a:rPr>
              <a:t>상위 5개 청크 (화면 출력)</a:t>
            </a:r>
            <a:endParaRPr lang="en-US" sz="1250" dirty="0"/>
          </a:p>
        </p:txBody>
      </p:sp>
      <p:sp>
        <p:nvSpPr>
          <p:cNvPr id="15" name="Shape 13"/>
          <p:cNvSpPr/>
          <p:nvPr/>
        </p:nvSpPr>
        <p:spPr>
          <a:xfrm>
            <a:off x="7178040" y="2057400"/>
            <a:ext cx="1097280" cy="0"/>
          </a:xfrm>
          <a:prstGeom prst="line">
            <a:avLst/>
          </a:prstGeom>
          <a:noFill/>
          <a:ln w="22225">
            <a:solidFill>
              <a:srgbClr val="FFD733"/>
            </a:solidFill>
            <a:prstDash val="solid"/>
            <a:tailEnd type="triangle"/>
          </a:ln>
        </p:spPr>
      </p:sp>
      <p:sp>
        <p:nvSpPr>
          <p:cNvPr id="16" name="Text 14"/>
          <p:cNvSpPr txBox="1"/>
          <p:nvPr/>
        </p:nvSpPr>
        <p:spPr>
          <a:xfrm>
            <a:off x="7178040" y="1737360"/>
            <a:ext cx="1097280" cy="274320"/>
          </a:xfrm>
          <a:prstGeom prst="rect">
            <a:avLst/>
          </a:prstGeom>
          <a:noFill/>
          <a:ln/>
        </p:spPr>
        <p:txBody>
          <a:bodyPr wrap="square" lIns="0" tIns="0" rIns="0" bIns="0" rtlCol="0" anchor="ctr"/>
          <a:lstStyle/>
          <a:p>
            <a:pPr marL="0" indent="0" algn="ctr">
              <a:lnSpc>
                <a:spcPct val="110000"/>
              </a:lnSpc>
              <a:buNone/>
            </a:pPr>
            <a:r>
              <a:rPr lang="en-US" sz="1050" dirty="0">
                <a:solidFill>
                  <a:srgbClr val="FFD733"/>
                </a:solidFill>
                <a:latin typeface="Malgun Gothic" pitchFamily="34" charset="0"/>
                <a:ea typeface="Malgun Gothic" pitchFamily="34" charset="-122"/>
                <a:cs typeface="Malgun Gothic" pitchFamily="34" charset="-120"/>
              </a:rPr>
              <a:t>도구 호출</a:t>
            </a:r>
            <a:endParaRPr lang="en-US" sz="1050" dirty="0"/>
          </a:p>
        </p:txBody>
      </p:sp>
      <p:sp>
        <p:nvSpPr>
          <p:cNvPr id="17" name="Shape 15"/>
          <p:cNvSpPr/>
          <p:nvPr/>
        </p:nvSpPr>
        <p:spPr>
          <a:xfrm flipH="1">
            <a:off x="7178040" y="2971800"/>
            <a:ext cx="1097280" cy="0"/>
          </a:xfrm>
          <a:prstGeom prst="line">
            <a:avLst/>
          </a:prstGeom>
          <a:noFill/>
          <a:ln w="22225">
            <a:solidFill>
              <a:srgbClr val="FFD733"/>
            </a:solidFill>
            <a:prstDash val="solid"/>
            <a:tailEnd type="triangle"/>
          </a:ln>
        </p:spPr>
      </p:sp>
      <p:sp>
        <p:nvSpPr>
          <p:cNvPr id="18" name="Text 16"/>
          <p:cNvSpPr txBox="1"/>
          <p:nvPr/>
        </p:nvSpPr>
        <p:spPr>
          <a:xfrm>
            <a:off x="7178040" y="3017520"/>
            <a:ext cx="1097280" cy="274320"/>
          </a:xfrm>
          <a:prstGeom prst="rect">
            <a:avLst/>
          </a:prstGeom>
          <a:noFill/>
          <a:ln/>
        </p:spPr>
        <p:txBody>
          <a:bodyPr wrap="square" lIns="0" tIns="0" rIns="0" bIns="0" rtlCol="0" anchor="ctr"/>
          <a:lstStyle/>
          <a:p>
            <a:pPr marL="0" indent="0" algn="ctr">
              <a:lnSpc>
                <a:spcPct val="110000"/>
              </a:lnSpc>
              <a:buNone/>
            </a:pPr>
            <a:r>
              <a:rPr lang="en-US" sz="1050" dirty="0">
                <a:solidFill>
                  <a:srgbClr val="FFD733"/>
                </a:solidFill>
                <a:latin typeface="Malgun Gothic" pitchFamily="34" charset="0"/>
                <a:ea typeface="Malgun Gothic" pitchFamily="34" charset="-122"/>
                <a:cs typeface="Malgun Gothic" pitchFamily="34" charset="-120"/>
              </a:rPr>
              <a:t>결과</a:t>
            </a:r>
            <a:endParaRPr lang="en-US" sz="1050" dirty="0"/>
          </a:p>
        </p:txBody>
      </p:sp>
      <p:sp>
        <p:nvSpPr>
          <p:cNvPr id="19" name="Shape 17"/>
          <p:cNvSpPr/>
          <p:nvPr/>
        </p:nvSpPr>
        <p:spPr>
          <a:xfrm>
            <a:off x="9921240" y="2450592"/>
            <a:ext cx="0" cy="128016"/>
          </a:xfrm>
          <a:prstGeom prst="line">
            <a:avLst/>
          </a:prstGeom>
          <a:noFill/>
          <a:ln w="22225">
            <a:solidFill>
              <a:srgbClr val="FFD733"/>
            </a:solidFill>
            <a:prstDash val="solid"/>
            <a:tailEnd type="triangle"/>
          </a:ln>
        </p:spPr>
      </p:sp>
      <p:sp>
        <p:nvSpPr>
          <p:cNvPr id="20" name="Text 18"/>
          <p:cNvSpPr txBox="1"/>
          <p:nvPr/>
        </p:nvSpPr>
        <p:spPr>
          <a:xfrm>
            <a:off x="3474720" y="3429000"/>
            <a:ext cx="8046720" cy="320040"/>
          </a:xfrm>
          <a:prstGeom prst="rect">
            <a:avLst/>
          </a:prstGeom>
          <a:noFill/>
          <a:ln/>
        </p:spPr>
        <p:txBody>
          <a:bodyPr wrap="square" lIns="0" tIns="0" rIns="0" bIns="0" rtlCol="0" anchor="ctr"/>
          <a:lstStyle/>
          <a:p>
            <a:pPr marL="0" indent="0" algn="ctr">
              <a:lnSpc>
                <a:spcPct val="130000"/>
              </a:lnSpc>
              <a:buNone/>
            </a:pPr>
            <a:r>
              <a:rPr lang="en-US" sz="1150" dirty="0">
                <a:solidFill>
                  <a:srgbClr val="FFD733"/>
                </a:solidFill>
                <a:latin typeface="Malgun Gothic" pitchFamily="34" charset="0"/>
                <a:ea typeface="Malgun Gothic" pitchFamily="34" charset="-122"/>
                <a:cs typeface="Malgun Gothic" pitchFamily="34" charset="-120"/>
              </a:rPr>
              <a:t>이 왕복을 모델이 필요하다고 판단하는 만큼 반복 (시연에서는 최대 4회로 제한)</a:t>
            </a:r>
            <a:endParaRPr lang="en-US" sz="1150" dirty="0"/>
          </a:p>
        </p:txBody>
      </p:sp>
      <p:sp>
        <p:nvSpPr>
          <p:cNvPr id="21" name="Text 19"/>
          <p:cNvSpPr txBox="1"/>
          <p:nvPr/>
        </p:nvSpPr>
        <p:spPr>
          <a:xfrm>
            <a:off x="640080" y="3931920"/>
            <a:ext cx="10881360" cy="320040"/>
          </a:xfrm>
          <a:prstGeom prst="rect">
            <a:avLst/>
          </a:prstGeom>
          <a:noFill/>
          <a:ln/>
        </p:spPr>
        <p:txBody>
          <a:bodyPr wrap="square" lIns="0" tIns="0" rIns="0" bIns="0" rtlCol="0" anchor="ctr"/>
          <a:lstStyle/>
          <a:p>
            <a:pPr marL="0" indent="0" algn="l">
              <a:lnSpc>
                <a:spcPct val="130000"/>
              </a:lnSpc>
              <a:buNone/>
            </a:pPr>
            <a:r>
              <a:rPr lang="en-US" sz="1500" b="1" dirty="0">
                <a:solidFill>
                  <a:srgbClr val="FFD733"/>
                </a:solidFill>
                <a:latin typeface="Malgun Gothic" pitchFamily="34" charset="0"/>
                <a:ea typeface="Malgun Gothic" pitchFamily="34" charset="-122"/>
                <a:cs typeface="Malgun Gothic" pitchFamily="34" charset="-120"/>
              </a:rPr>
              <a:t>화면에서 볼 것 세 가지</a:t>
            </a:r>
            <a:endParaRPr lang="en-US" sz="1500" dirty="0"/>
          </a:p>
        </p:txBody>
      </p:sp>
      <p:sp>
        <p:nvSpPr>
          <p:cNvPr id="22" name="Text 20"/>
          <p:cNvSpPr txBox="1"/>
          <p:nvPr/>
        </p:nvSpPr>
        <p:spPr>
          <a:xfrm>
            <a:off x="640080" y="4297680"/>
            <a:ext cx="10881360" cy="1243584"/>
          </a:xfrm>
          <a:prstGeom prst="rect">
            <a:avLst/>
          </a:prstGeom>
          <a:noFill/>
          <a:ln/>
        </p:spPr>
        <p:txBody>
          <a:bodyPr wrap="square" lIns="0" tIns="0" rIns="0" bIns="0" rtlCol="0" anchor="t"/>
          <a:lstStyle/>
          <a:p>
            <a:pPr marL="228600" indent="-228600" algn="l">
              <a:lnSpc>
                <a:spcPct val="135000"/>
              </a:lnSpc>
              <a:spcAft>
                <a:spcPts val="500"/>
              </a:spcAft>
              <a:buSzPct val="100000"/>
              <a:buChar char="•"/>
            </a:pPr>
            <a:r>
              <a:rPr lang="en-US" sz="1350" b="1" dirty="0">
                <a:solidFill>
                  <a:srgbClr val="FFFFFF"/>
                </a:solidFill>
                <a:latin typeface="Malgun Gothic" pitchFamily="34" charset="0"/>
                <a:ea typeface="Malgun Gothic" pitchFamily="34" charset="-122"/>
                <a:cs typeface="Malgun Gothic" pitchFamily="34" charset="-120"/>
              </a:rPr>
              <a:t>검색어: </a:t>
            </a:r>
            <a:r>
              <a:rPr lang="en-US" sz="1350" dirty="0">
                <a:solidFill>
                  <a:srgbClr val="FFFFFF"/>
                </a:solidFill>
                <a:latin typeface="Malgun Gothic" pitchFamily="34" charset="0"/>
                <a:ea typeface="Malgun Gothic" pitchFamily="34" charset="-122"/>
                <a:cs typeface="Malgun Gothic" pitchFamily="34" charset="-120"/>
              </a:rPr>
              <a:t>모델이 질문을 그대로 넣지 않고 </a:t>
            </a:r>
            <a:r>
              <a:rPr lang="en-US" sz="1350" dirty="0" err="1">
                <a:solidFill>
                  <a:srgbClr val="FFFFFF"/>
                </a:solidFill>
                <a:latin typeface="Malgun Gothic" pitchFamily="34" charset="0"/>
                <a:ea typeface="Malgun Gothic" pitchFamily="34" charset="-122"/>
                <a:cs typeface="Malgun Gothic" pitchFamily="34" charset="-120"/>
              </a:rPr>
              <a:t>고쳐</a:t>
            </a:r>
            <a:r>
              <a:rPr lang="en-US" sz="1350" dirty="0">
                <a:solidFill>
                  <a:srgbClr val="FFFFFF"/>
                </a:solidFill>
                <a:latin typeface="Malgun Gothic" pitchFamily="34" charset="0"/>
                <a:ea typeface="Malgun Gothic" pitchFamily="34" charset="-122"/>
                <a:cs typeface="Malgun Gothic" pitchFamily="34" charset="-120"/>
              </a:rPr>
              <a:t> </a:t>
            </a:r>
            <a:r>
              <a:rPr lang="en-US" sz="1350" dirty="0" err="1">
                <a:solidFill>
                  <a:srgbClr val="FFFFFF"/>
                </a:solidFill>
                <a:latin typeface="Malgun Gothic" pitchFamily="34" charset="0"/>
                <a:ea typeface="Malgun Gothic" pitchFamily="34" charset="-122"/>
                <a:cs typeface="Malgun Gothic" pitchFamily="34" charset="-120"/>
              </a:rPr>
              <a:t>넣음</a:t>
            </a:r>
            <a:r>
              <a:rPr lang="en-US" sz="1350" dirty="0">
                <a:solidFill>
                  <a:srgbClr val="FFFFFF"/>
                </a:solidFill>
                <a:latin typeface="Malgun Gothic" pitchFamily="34" charset="0"/>
                <a:ea typeface="Malgun Gothic" pitchFamily="34" charset="-122"/>
                <a:cs typeface="Malgun Gothic" pitchFamily="34" charset="-120"/>
              </a:rPr>
              <a:t>. 1차 결과에서 찾은 이름으로 2차 </a:t>
            </a:r>
            <a:r>
              <a:rPr lang="en-US" sz="1350" dirty="0" err="1">
                <a:solidFill>
                  <a:srgbClr val="FFFFFF"/>
                </a:solidFill>
                <a:latin typeface="Malgun Gothic" pitchFamily="34" charset="0"/>
                <a:ea typeface="Malgun Gothic" pitchFamily="34" charset="-122"/>
                <a:cs typeface="Malgun Gothic" pitchFamily="34" charset="-120"/>
              </a:rPr>
              <a:t>검색을</a:t>
            </a:r>
            <a:r>
              <a:rPr lang="en-US" sz="1350" dirty="0">
                <a:solidFill>
                  <a:srgbClr val="FFFFFF"/>
                </a:solidFill>
                <a:latin typeface="Malgun Gothic" pitchFamily="34" charset="0"/>
                <a:ea typeface="Malgun Gothic" pitchFamily="34" charset="-122"/>
                <a:cs typeface="Malgun Gothic" pitchFamily="34" charset="-120"/>
              </a:rPr>
              <a:t> 함</a:t>
            </a:r>
          </a:p>
          <a:p>
            <a:pPr marL="228600" indent="-228600" algn="l">
              <a:lnSpc>
                <a:spcPct val="135000"/>
              </a:lnSpc>
              <a:spcAft>
                <a:spcPts val="500"/>
              </a:spcAft>
              <a:buSzPct val="100000"/>
              <a:buChar char="•"/>
            </a:pPr>
            <a:r>
              <a:rPr lang="en-US" sz="1350" b="1" dirty="0" err="1">
                <a:solidFill>
                  <a:srgbClr val="FFFFFF"/>
                </a:solidFill>
                <a:latin typeface="Malgun Gothic" pitchFamily="34" charset="0"/>
                <a:ea typeface="Malgun Gothic" pitchFamily="34" charset="-122"/>
                <a:cs typeface="Malgun Gothic" pitchFamily="34" charset="-120"/>
              </a:rPr>
              <a:t>종료</a:t>
            </a:r>
            <a:r>
              <a:rPr lang="en-US" sz="1350" b="1" dirty="0">
                <a:solidFill>
                  <a:srgbClr val="FFFFFF"/>
                </a:solidFill>
                <a:latin typeface="Malgun Gothic" pitchFamily="34" charset="0"/>
                <a:ea typeface="Malgun Gothic" pitchFamily="34" charset="-122"/>
                <a:cs typeface="Malgun Gothic" pitchFamily="34" charset="-120"/>
              </a:rPr>
              <a:t> 시점: </a:t>
            </a:r>
            <a:r>
              <a:rPr lang="en-US" sz="1350" dirty="0">
                <a:solidFill>
                  <a:srgbClr val="FFFFFF"/>
                </a:solidFill>
                <a:latin typeface="Malgun Gothic" pitchFamily="34" charset="0"/>
                <a:ea typeface="Malgun Gothic" pitchFamily="34" charset="-122"/>
                <a:cs typeface="Malgun Gothic" pitchFamily="34" charset="-120"/>
              </a:rPr>
              <a:t>몇 번째 검색에서 "충분하다"고 판단하는지. 실행할 때마다, 사람마다 횟수가 다름</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44">
    <p:bg>
      <p:bgPr>
        <a:solidFill>
          <a:srgbClr val="121212"/>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ko-KR" altLang="en-US" sz="2800" b="1" dirty="0">
                <a:solidFill>
                  <a:srgbClr val="FFFFFF"/>
                </a:solidFill>
                <a:latin typeface="Malgun Gothic" pitchFamily="34" charset="0"/>
                <a:ea typeface="Malgun Gothic" pitchFamily="34" charset="-122"/>
                <a:cs typeface="Malgun Gothic" pitchFamily="34" charset="-120"/>
              </a:rPr>
              <a:t>실습 </a:t>
            </a:r>
            <a:r>
              <a:rPr lang="en-US" sz="2800" b="1" dirty="0">
                <a:solidFill>
                  <a:srgbClr val="FFFFFF"/>
                </a:solidFill>
                <a:latin typeface="Malgun Gothic" pitchFamily="34" charset="0"/>
                <a:ea typeface="Malgun Gothic" pitchFamily="34" charset="-122"/>
                <a:cs typeface="Malgun Gothic" pitchFamily="34" charset="-120"/>
              </a:rPr>
              <a:t>— </a:t>
            </a:r>
            <a:r>
              <a:rPr lang="en-US" sz="2800" b="1" dirty="0" err="1">
                <a:solidFill>
                  <a:srgbClr val="FFFFFF"/>
                </a:solidFill>
                <a:latin typeface="Malgun Gothic" pitchFamily="34" charset="0"/>
                <a:ea typeface="Malgun Gothic" pitchFamily="34" charset="-122"/>
                <a:cs typeface="Malgun Gothic" pitchFamily="34" charset="-120"/>
              </a:rPr>
              <a:t>프롬프트</a:t>
            </a:r>
            <a:endParaRPr lang="en-US" sz="2800" dirty="0"/>
          </a:p>
        </p:txBody>
      </p:sp>
      <p:sp>
        <p:nvSpPr>
          <p:cNvPr id="4" name="Text 1"/>
          <p:cNvSpPr txBox="1"/>
          <p:nvPr/>
        </p:nvSpPr>
        <p:spPr>
          <a:xfrm>
            <a:off x="640080" y="1097280"/>
            <a:ext cx="10881360" cy="868680"/>
          </a:xfrm>
          <a:prstGeom prst="rect">
            <a:avLst/>
          </a:prstGeom>
          <a:noFill/>
          <a:ln/>
        </p:spPr>
        <p:txBody>
          <a:bodyPr wrap="square" lIns="0" tIns="0" rIns="0" bIns="0" rtlCol="0" anchor="t"/>
          <a:lstStyle/>
          <a:p>
            <a:pPr marL="228600" indent="-228600" algn="l">
              <a:lnSpc>
                <a:spcPct val="150000"/>
              </a:lnSpc>
              <a:spcAft>
                <a:spcPts val="200"/>
              </a:spcAft>
              <a:buSzPct val="100000"/>
              <a:buChar char="•"/>
            </a:pPr>
            <a:r>
              <a:rPr lang="en-US" altLang="ko-KR" sz="1350" dirty="0">
                <a:solidFill>
                  <a:srgbClr val="FFFFFF"/>
                </a:solidFill>
                <a:latin typeface="Malgun Gothic" pitchFamily="34" charset="0"/>
                <a:ea typeface="Malgun Gothic" pitchFamily="34" charset="-122"/>
                <a:cs typeface="Malgun Gothic" pitchFamily="34" charset="-120"/>
              </a:rPr>
              <a:t>Claude </a:t>
            </a:r>
            <a:r>
              <a:rPr lang="en-US" sz="1350" dirty="0">
                <a:solidFill>
                  <a:srgbClr val="FFFFFF"/>
                </a:solidFill>
                <a:latin typeface="Malgun Gothic" pitchFamily="34" charset="0"/>
                <a:ea typeface="Malgun Gothic" pitchFamily="34" charset="-122"/>
                <a:cs typeface="Malgun Gothic" pitchFamily="34" charset="-120"/>
              </a:rPr>
              <a:t>Code </a:t>
            </a:r>
            <a:r>
              <a:rPr lang="ko-KR" altLang="en-US" sz="1350" dirty="0">
                <a:solidFill>
                  <a:srgbClr val="FFFFFF"/>
                </a:solidFill>
                <a:latin typeface="Malgun Gothic" pitchFamily="34" charset="0"/>
                <a:ea typeface="Malgun Gothic" pitchFamily="34" charset="-122"/>
                <a:cs typeface="Malgun Gothic" pitchFamily="34" charset="-120"/>
              </a:rPr>
              <a:t>를 </a:t>
            </a:r>
            <a:r>
              <a:rPr lang="en-US" altLang="ko-KR" sz="1350" dirty="0">
                <a:solidFill>
                  <a:srgbClr val="FFFFFF"/>
                </a:solidFill>
                <a:latin typeface="Malgun Gothic" pitchFamily="34" charset="0"/>
                <a:ea typeface="Malgun Gothic" pitchFamily="34" charset="-122"/>
                <a:cs typeface="Malgun Gothic" pitchFamily="34" charset="-120"/>
              </a:rPr>
              <a:t>Agent</a:t>
            </a:r>
            <a:r>
              <a:rPr lang="ko-KR" altLang="en-US" sz="1350" dirty="0">
                <a:solidFill>
                  <a:srgbClr val="FFFFFF"/>
                </a:solidFill>
                <a:latin typeface="Malgun Gothic" pitchFamily="34" charset="0"/>
                <a:ea typeface="Malgun Gothic" pitchFamily="34" charset="-122"/>
                <a:cs typeface="Malgun Gothic" pitchFamily="34" charset="-120"/>
              </a:rPr>
              <a:t>로 사용해</a:t>
            </a:r>
            <a:r>
              <a:rPr lang="en-US" altLang="ko-KR" sz="1350" dirty="0">
                <a:solidFill>
                  <a:srgbClr val="FFFFFF"/>
                </a:solidFill>
                <a:latin typeface="Malgun Gothic" pitchFamily="34" charset="0"/>
                <a:ea typeface="Malgun Gothic" pitchFamily="34" charset="-122"/>
                <a:cs typeface="Malgun Gothic" pitchFamily="34" charset="-120"/>
              </a:rPr>
              <a:t> RAG</a:t>
            </a:r>
            <a:r>
              <a:rPr lang="ko-KR" altLang="en-US" sz="1350" dirty="0">
                <a:solidFill>
                  <a:srgbClr val="FFFFFF"/>
                </a:solidFill>
                <a:latin typeface="Malgun Gothic" pitchFamily="34" charset="0"/>
                <a:ea typeface="Malgun Gothic" pitchFamily="34" charset="-122"/>
                <a:cs typeface="Malgun Gothic" pitchFamily="34" charset="-120"/>
              </a:rPr>
              <a:t>를 조작해보기</a:t>
            </a:r>
            <a:r>
              <a:rPr lang="en-US" altLang="ko-KR" sz="1350" dirty="0">
                <a:solidFill>
                  <a:srgbClr val="FFFFFF"/>
                </a:solidFill>
                <a:latin typeface="Malgun Gothic" pitchFamily="34" charset="0"/>
                <a:ea typeface="Malgun Gothic" pitchFamily="34" charset="-122"/>
                <a:cs typeface="Malgun Gothic" pitchFamily="34" charset="-120"/>
              </a:rPr>
              <a:t>.</a:t>
            </a:r>
            <a:r>
              <a:rPr lang="en-US" sz="1350" dirty="0">
                <a:solidFill>
                  <a:srgbClr val="FFFFFF"/>
                </a:solidFill>
                <a:latin typeface="Malgun Gothic" pitchFamily="34" charset="0"/>
                <a:ea typeface="Malgun Gothic" pitchFamily="34" charset="-122"/>
                <a:cs typeface="Malgun Gothic" pitchFamily="34" charset="-120"/>
              </a:rPr>
              <a:t> 탭에 그대로 붙여넣기. </a:t>
            </a:r>
          </a:p>
          <a:p>
            <a:pPr marL="228600" indent="-228600" algn="l">
              <a:lnSpc>
                <a:spcPct val="150000"/>
              </a:lnSpc>
              <a:spcAft>
                <a:spcPts val="2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hybrid </a:t>
            </a:r>
            <a:r>
              <a:rPr lang="ko-KR" altLang="en-US" sz="1350" dirty="0">
                <a:solidFill>
                  <a:srgbClr val="FFFFFF"/>
                </a:solidFill>
                <a:latin typeface="Malgun Gothic" pitchFamily="34" charset="0"/>
                <a:ea typeface="Malgun Gothic" pitchFamily="34" charset="-122"/>
                <a:cs typeface="Malgun Gothic" pitchFamily="34" charset="-120"/>
              </a:rPr>
              <a:t>검색</a:t>
            </a:r>
            <a:r>
              <a:rPr lang="en-US" sz="1350" dirty="0">
                <a:solidFill>
                  <a:srgbClr val="FFFFFF"/>
                </a:solidFill>
                <a:latin typeface="Malgun Gothic" pitchFamily="34" charset="0"/>
                <a:ea typeface="Malgun Gothic" pitchFamily="34" charset="-122"/>
                <a:cs typeface="Malgun Gothic" pitchFamily="34" charset="-120"/>
              </a:rPr>
              <a:t>은 호출마다 후보 30개를 </a:t>
            </a:r>
            <a:r>
              <a:rPr lang="en-US" sz="1350" dirty="0" err="1">
                <a:solidFill>
                  <a:srgbClr val="FFFFFF"/>
                </a:solidFill>
                <a:latin typeface="Malgun Gothic" pitchFamily="34" charset="0"/>
                <a:ea typeface="Malgun Gothic" pitchFamily="34" charset="-122"/>
                <a:cs typeface="Malgun Gothic" pitchFamily="34" charset="-120"/>
              </a:rPr>
              <a:t>리랭킹하므로</a:t>
            </a:r>
            <a:r>
              <a:rPr lang="en-US" sz="1350" dirty="0">
                <a:solidFill>
                  <a:srgbClr val="FFFFFF"/>
                </a:solidFill>
                <a:latin typeface="Malgun Gothic" pitchFamily="34" charset="0"/>
                <a:ea typeface="Malgun Gothic" pitchFamily="34" charset="-122"/>
                <a:cs typeface="Malgun Gothic" pitchFamily="34" charset="-120"/>
              </a:rPr>
              <a:t> 1회로 </a:t>
            </a:r>
            <a:r>
              <a:rPr lang="en-US" sz="1350" dirty="0" err="1">
                <a:solidFill>
                  <a:srgbClr val="FFFFFF"/>
                </a:solidFill>
                <a:latin typeface="Malgun Gothic" pitchFamily="34" charset="0"/>
                <a:ea typeface="Malgun Gothic" pitchFamily="34" charset="-122"/>
                <a:cs typeface="Malgun Gothic" pitchFamily="34" charset="-120"/>
              </a:rPr>
              <a:t>제한함</a:t>
            </a:r>
            <a:r>
              <a:rPr lang="en-US" sz="1350" dirty="0">
                <a:solidFill>
                  <a:srgbClr val="FFFFFF"/>
                </a:solidFill>
                <a:latin typeface="Malgun Gothic" pitchFamily="34" charset="0"/>
                <a:ea typeface="Malgun Gothic" pitchFamily="34" charset="-122"/>
                <a:cs typeface="Malgun Gothic" pitchFamily="34" charset="-120"/>
              </a:rPr>
              <a:t> </a:t>
            </a:r>
          </a:p>
          <a:p>
            <a:pPr marL="228600" indent="-228600" algn="l">
              <a:lnSpc>
                <a:spcPct val="150000"/>
              </a:lnSpc>
              <a:spcAft>
                <a:spcPts val="200"/>
              </a:spcAft>
              <a:buSzPct val="100000"/>
              <a:buChar char="•"/>
            </a:pPr>
            <a:r>
              <a:rPr lang="en-US" altLang="ko-KR" sz="1350" dirty="0">
                <a:solidFill>
                  <a:srgbClr val="FFFFFF"/>
                </a:solidFill>
                <a:latin typeface="Malgun Gothic" pitchFamily="34" charset="0"/>
                <a:ea typeface="Malgun Gothic" pitchFamily="34" charset="-122"/>
                <a:cs typeface="Malgun Gothic" pitchFamily="34" charset="-120"/>
              </a:rPr>
              <a:t>20~25</a:t>
            </a:r>
            <a:r>
              <a:rPr lang="ko-KR" altLang="en-US" sz="1350" dirty="0">
                <a:solidFill>
                  <a:srgbClr val="FFFFFF"/>
                </a:solidFill>
                <a:latin typeface="Malgun Gothic" pitchFamily="34" charset="0"/>
                <a:ea typeface="Malgun Gothic" pitchFamily="34" charset="-122"/>
                <a:cs typeface="Malgun Gothic" pitchFamily="34" charset="-120"/>
              </a:rPr>
              <a:t>분 정도 소요됨</a:t>
            </a:r>
            <a:endParaRPr lang="en-US" sz="1350" dirty="0">
              <a:solidFill>
                <a:srgbClr val="FFFFFF"/>
              </a:solidFill>
              <a:latin typeface="Malgun Gothic" pitchFamily="34" charset="0"/>
              <a:ea typeface="Malgun Gothic" pitchFamily="34" charset="-122"/>
              <a:cs typeface="Malgun Gothic" pitchFamily="34" charset="-120"/>
            </a:endParaRPr>
          </a:p>
        </p:txBody>
      </p:sp>
      <p:sp>
        <p:nvSpPr>
          <p:cNvPr id="5" name="Shape 2"/>
          <p:cNvSpPr/>
          <p:nvPr/>
        </p:nvSpPr>
        <p:spPr>
          <a:xfrm>
            <a:off x="640080" y="2194560"/>
            <a:ext cx="10881360" cy="3840480"/>
          </a:xfrm>
          <a:prstGeom prst="rect">
            <a:avLst/>
          </a:prstGeom>
          <a:solidFill>
            <a:srgbClr val="191914"/>
          </a:solidFill>
          <a:ln w="9525">
            <a:solidFill>
              <a:srgbClr val="3C3C3C"/>
            </a:solidFill>
            <a:prstDash val="solid"/>
          </a:ln>
        </p:spPr>
      </p:sp>
      <p:sp>
        <p:nvSpPr>
          <p:cNvPr id="6" name="Text 3"/>
          <p:cNvSpPr txBox="1"/>
          <p:nvPr/>
        </p:nvSpPr>
        <p:spPr>
          <a:xfrm>
            <a:off x="822960" y="2331720"/>
            <a:ext cx="10515600" cy="3566160"/>
          </a:xfrm>
          <a:prstGeom prst="rect">
            <a:avLst/>
          </a:prstGeom>
          <a:noFill/>
          <a:ln/>
        </p:spPr>
        <p:txBody>
          <a:bodyPr wrap="square" lIns="0" tIns="0" rIns="0" bIns="0" rtlCol="0" anchor="t"/>
          <a:lstStyle/>
          <a:p>
            <a:pPr marL="0" indent="0" algn="l">
              <a:lnSpc>
                <a:spcPct val="140000"/>
              </a:lnSpc>
              <a:spcAft>
                <a:spcPts val="500"/>
              </a:spcAft>
              <a:buNone/>
            </a:pPr>
            <a:r>
              <a:rPr lang="en-US" sz="1350" dirty="0">
                <a:solidFill>
                  <a:srgbClr val="FFFFFF"/>
                </a:solidFill>
                <a:latin typeface="Malgun Gothic" pitchFamily="34" charset="0"/>
                <a:ea typeface="Malgun Gothic" pitchFamily="34" charset="-122"/>
                <a:cs typeface="Malgun Gothic" pitchFamily="34" charset="-120"/>
              </a:rPr>
              <a:t>search.py를 검색 도구로 사용해서 아래 질문에 답해줘. 코드는 새로 만들지 않는다.</a:t>
            </a:r>
            <a:endParaRPr lang="en-US" sz="1350" dirty="0"/>
          </a:p>
          <a:p>
            <a:pPr marL="0" indent="0" algn="l">
              <a:lnSpc>
                <a:spcPct val="140000"/>
              </a:lnSpc>
              <a:spcAft>
                <a:spcPts val="500"/>
              </a:spcAft>
              <a:buNone/>
            </a:pPr>
            <a:r>
              <a:rPr lang="en-US" sz="1350" dirty="0">
                <a:solidFill>
                  <a:srgbClr val="FFFFFF"/>
                </a:solidFill>
                <a:latin typeface="Malgun Gothic" pitchFamily="34" charset="0"/>
                <a:ea typeface="Malgun Gothic" pitchFamily="34" charset="-122"/>
                <a:cs typeface="Malgun Gothic" pitchFamily="34" charset="-120"/>
              </a:rPr>
              <a:t>1. 검색은 uv run python search.py "검색어" --mode &lt;vector|bm25|hybrid&gt; --k 5 로만 한다. corpus/ 의 PDF나 chunks.jsonl을 직접 열지 않는다.</a:t>
            </a:r>
            <a:endParaRPr lang="en-US" sz="1350" dirty="0"/>
          </a:p>
          <a:p>
            <a:pPr>
              <a:lnSpc>
                <a:spcPct val="140000"/>
              </a:lnSpc>
              <a:spcAft>
                <a:spcPts val="500"/>
              </a:spcAft>
            </a:pPr>
            <a:r>
              <a:rPr lang="en-US" sz="1350" dirty="0">
                <a:solidFill>
                  <a:srgbClr val="FFFFFF"/>
                </a:solidFill>
                <a:latin typeface="Malgun Gothic" pitchFamily="34" charset="0"/>
                <a:ea typeface="Malgun Gothic" pitchFamily="34" charset="-122"/>
                <a:cs typeface="Malgun Gothic" pitchFamily="34" charset="-120"/>
              </a:rPr>
              <a:t>2. </a:t>
            </a:r>
            <a:r>
              <a:rPr lang="en-US" sz="1350" dirty="0" err="1">
                <a:solidFill>
                  <a:srgbClr val="FFFFFF"/>
                </a:solidFill>
                <a:latin typeface="Malgun Gothic" pitchFamily="34" charset="0"/>
                <a:ea typeface="Malgun Gothic" pitchFamily="34" charset="-122"/>
                <a:cs typeface="Malgun Gothic" pitchFamily="34" charset="-120"/>
              </a:rPr>
              <a:t>검색어는</a:t>
            </a:r>
            <a:r>
              <a:rPr lang="en-US" sz="1350" dirty="0">
                <a:solidFill>
                  <a:srgbClr val="FFFFFF"/>
                </a:solidFill>
                <a:latin typeface="Malgun Gothic" pitchFamily="34" charset="0"/>
                <a:ea typeface="Malgun Gothic" pitchFamily="34" charset="-122"/>
                <a:cs typeface="Malgun Gothic" pitchFamily="34" charset="-120"/>
              </a:rPr>
              <a:t> </a:t>
            </a:r>
            <a:r>
              <a:rPr lang="en-US" altLang="ko-KR" sz="1400" dirty="0">
                <a:solidFill>
                  <a:srgbClr val="FFFFFF"/>
                </a:solidFill>
                <a:latin typeface="Malgun Gothic" pitchFamily="34" charset="0"/>
                <a:ea typeface="Malgun Gothic" pitchFamily="34" charset="-122"/>
                <a:cs typeface="Malgun Gothic" pitchFamily="34" charset="-120"/>
              </a:rPr>
              <a:t>"긴 </a:t>
            </a:r>
            <a:r>
              <a:rPr lang="en-US" altLang="ko-KR" sz="1400" dirty="0" err="1">
                <a:solidFill>
                  <a:srgbClr val="FFFFFF"/>
                </a:solidFill>
                <a:latin typeface="Malgun Gothic" pitchFamily="34" charset="0"/>
                <a:ea typeface="Malgun Gothic" pitchFamily="34" charset="-122"/>
                <a:cs typeface="Malgun Gothic" pitchFamily="34" charset="-120"/>
              </a:rPr>
              <a:t>문맥에</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문서를</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전부</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넣는</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방식과</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RAG를</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비교한</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실험에서는</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어느</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쪽이</a:t>
            </a:r>
            <a:r>
              <a:rPr lang="en-US" altLang="ko-KR" sz="1400" dirty="0">
                <a:solidFill>
                  <a:srgbClr val="FFFFFF"/>
                </a:solidFill>
                <a:latin typeface="Malgun Gothic" pitchFamily="34" charset="0"/>
                <a:ea typeface="Malgun Gothic" pitchFamily="34" charset="-122"/>
                <a:cs typeface="Malgun Gothic" pitchFamily="34" charset="-120"/>
              </a:rPr>
              <a:t> 더 </a:t>
            </a:r>
            <a:r>
              <a:rPr lang="en-US" altLang="ko-KR" sz="1400" dirty="0" err="1">
                <a:solidFill>
                  <a:srgbClr val="FFFFFF"/>
                </a:solidFill>
                <a:latin typeface="Malgun Gothic" pitchFamily="34" charset="0"/>
                <a:ea typeface="Malgun Gothic" pitchFamily="34" charset="-122"/>
                <a:cs typeface="Malgun Gothic" pitchFamily="34" charset="-120"/>
              </a:rPr>
              <a:t>정확했고</a:t>
            </a:r>
            <a:r>
              <a:rPr lang="en-US" altLang="ko-KR" sz="1400" dirty="0">
                <a:solidFill>
                  <a:srgbClr val="FFFFFF"/>
                </a:solidFill>
                <a:latin typeface="Malgun Gothic" pitchFamily="34" charset="0"/>
                <a:ea typeface="Malgun Gothic" pitchFamily="34" charset="-122"/>
                <a:cs typeface="Malgun Gothic" pitchFamily="34" charset="-120"/>
              </a:rPr>
              <a:t>, 긴 </a:t>
            </a:r>
            <a:r>
              <a:rPr lang="en-US" altLang="ko-KR" sz="1400" dirty="0" err="1">
                <a:solidFill>
                  <a:srgbClr val="FFFFFF"/>
                </a:solidFill>
                <a:latin typeface="Malgun Gothic" pitchFamily="34" charset="0"/>
                <a:ea typeface="Malgun Gothic" pitchFamily="34" charset="-122"/>
                <a:cs typeface="Malgun Gothic" pitchFamily="34" charset="-120"/>
              </a:rPr>
              <a:t>문맥</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안에서</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근거의</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위치에</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따라</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정확도가</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어떻게</a:t>
            </a:r>
            <a:r>
              <a:rPr lang="en-US" altLang="ko-KR" sz="1400" dirty="0">
                <a:solidFill>
                  <a:srgbClr val="FFFFFF"/>
                </a:solidFill>
                <a:latin typeface="Malgun Gothic" pitchFamily="34" charset="0"/>
                <a:ea typeface="Malgun Gothic" pitchFamily="34" charset="-122"/>
                <a:cs typeface="Malgun Gothic" pitchFamily="34" charset="-120"/>
              </a:rPr>
              <a:t> </a:t>
            </a:r>
            <a:r>
              <a:rPr lang="en-US" altLang="ko-KR" sz="1400" dirty="0" err="1">
                <a:solidFill>
                  <a:srgbClr val="FFFFFF"/>
                </a:solidFill>
                <a:latin typeface="Malgun Gothic" pitchFamily="34" charset="0"/>
                <a:ea typeface="Malgun Gothic" pitchFamily="34" charset="-122"/>
                <a:cs typeface="Malgun Gothic" pitchFamily="34" charset="-120"/>
              </a:rPr>
              <a:t>달라지는가</a:t>
            </a:r>
            <a:r>
              <a:rPr lang="en-US" altLang="ko-KR" sz="1400" dirty="0">
                <a:solidFill>
                  <a:srgbClr val="FFFFFF"/>
                </a:solidFill>
                <a:latin typeface="Malgun Gothic" pitchFamily="34" charset="0"/>
                <a:ea typeface="Malgun Gothic" pitchFamily="34" charset="-122"/>
                <a:cs typeface="Malgun Gothic" pitchFamily="34" charset="-120"/>
              </a:rPr>
              <a:t>?＂</a:t>
            </a:r>
            <a:r>
              <a:rPr lang="ko-KR" altLang="en-US" sz="1400" dirty="0">
                <a:solidFill>
                  <a:srgbClr val="FFFFFF"/>
                </a:solidFill>
                <a:latin typeface="Malgun Gothic" pitchFamily="34" charset="0"/>
                <a:ea typeface="Malgun Gothic" pitchFamily="34" charset="-122"/>
                <a:cs typeface="Malgun Gothic" pitchFamily="34" charset="-120"/>
              </a:rPr>
              <a:t>를 이용해</a:t>
            </a:r>
            <a:r>
              <a:rPr lang="en-US" sz="1350" dirty="0">
                <a:solidFill>
                  <a:srgbClr val="FFFFFF"/>
                </a:solidFill>
                <a:latin typeface="Malgun Gothic" pitchFamily="34" charset="0"/>
                <a:ea typeface="Malgun Gothic" pitchFamily="34" charset="-122"/>
                <a:cs typeface="Malgun Gothic" pitchFamily="34" charset="-120"/>
              </a:rPr>
              <a:t>. 검색은 최대 4회. 먼저 bm25나 vector(빠름)로 살펴보고, hybrid(느림)는 최대 1회만 쓴다. 영문 논문을 찾을 때는 영어 검색어를 쓴다.</a:t>
            </a:r>
            <a:endParaRPr lang="en-US" sz="1350" dirty="0"/>
          </a:p>
          <a:p>
            <a:pPr marL="0" indent="0" algn="l">
              <a:lnSpc>
                <a:spcPct val="140000"/>
              </a:lnSpc>
              <a:spcAft>
                <a:spcPts val="500"/>
              </a:spcAft>
              <a:buNone/>
            </a:pPr>
            <a:r>
              <a:rPr lang="en-US" sz="1350" dirty="0">
                <a:solidFill>
                  <a:srgbClr val="FFFFFF"/>
                </a:solidFill>
                <a:latin typeface="Malgun Gothic" pitchFamily="34" charset="0"/>
                <a:ea typeface="Malgun Gothic" pitchFamily="34" charset="-122"/>
                <a:cs typeface="Malgun Gothic" pitchFamily="34" charset="-120"/>
              </a:rPr>
              <a:t>3. 검색 결과에 있는 내용만 근거로 답하고, 문장 끝에 [파일명 | p.쪽]을 붙인다. 근거를 찾지 못한 부분은 찾지 못했다고 적는다.</a:t>
            </a:r>
            <a:endParaRPr lang="en-US" sz="1350" dirty="0"/>
          </a:p>
          <a:p>
            <a:pPr marL="0" indent="0" algn="l">
              <a:lnSpc>
                <a:spcPct val="140000"/>
              </a:lnSpc>
              <a:spcAft>
                <a:spcPts val="500"/>
              </a:spcAft>
              <a:buNone/>
            </a:pPr>
            <a:r>
              <a:rPr lang="en-US" sz="1350" dirty="0">
                <a:solidFill>
                  <a:srgbClr val="FFFFFF"/>
                </a:solidFill>
                <a:latin typeface="Malgun Gothic" pitchFamily="34" charset="0"/>
                <a:ea typeface="Malgun Gothic" pitchFamily="34" charset="-122"/>
                <a:cs typeface="Malgun Gothic" pitchFamily="34" charset="-120"/>
              </a:rPr>
              <a:t>4. 마지막에 실행한 검색어와 --mode를 순서대로 표로 보여줘.</a:t>
            </a:r>
            <a:endParaRPr lang="en-US" sz="1350" dirty="0"/>
          </a:p>
          <a:p>
            <a:pPr marL="0" indent="0" algn="l">
              <a:lnSpc>
                <a:spcPct val="140000"/>
              </a:lnSpc>
              <a:spcAft>
                <a:spcPts val="500"/>
              </a:spcAft>
              <a:buNone/>
            </a:pPr>
            <a:r>
              <a:rPr lang="ko-KR" altLang="en-US" sz="1350" dirty="0">
                <a:solidFill>
                  <a:srgbClr val="FFFFFF"/>
                </a:solidFill>
                <a:latin typeface="Malgun Gothic" pitchFamily="34" charset="0"/>
                <a:ea typeface="Malgun Gothic" pitchFamily="34" charset="-122"/>
                <a:cs typeface="Malgun Gothic" pitchFamily="34" charset="-120"/>
              </a:rPr>
              <a:t>위 검색을 진행할 때 어떻게 </a:t>
            </a:r>
            <a:r>
              <a:rPr lang="en-US" altLang="ko-KR" sz="1350" dirty="0">
                <a:solidFill>
                  <a:srgbClr val="FFFFFF"/>
                </a:solidFill>
                <a:latin typeface="Malgun Gothic" pitchFamily="34" charset="0"/>
                <a:ea typeface="Malgun Gothic" pitchFamily="34" charset="-122"/>
                <a:cs typeface="Malgun Gothic" pitchFamily="34" charset="-120"/>
              </a:rPr>
              <a:t>agentic</a:t>
            </a:r>
            <a:r>
              <a:rPr lang="ko-KR" altLang="en-US" sz="1350" dirty="0">
                <a:solidFill>
                  <a:srgbClr val="FFFFFF"/>
                </a:solidFill>
                <a:latin typeface="Malgun Gothic" pitchFamily="34" charset="0"/>
                <a:ea typeface="Malgun Gothic" pitchFamily="34" charset="-122"/>
                <a:cs typeface="Malgun Gothic" pitchFamily="34" charset="-120"/>
              </a:rPr>
              <a:t>하게 작업이 수행되었는지 설명해</a:t>
            </a:r>
            <a:r>
              <a:rPr lang="en-US" altLang="ko-KR" sz="1350" dirty="0">
                <a:solidFill>
                  <a:srgbClr val="FFFFFF"/>
                </a:solidFill>
                <a:latin typeface="Malgun Gothic" pitchFamily="34" charset="0"/>
                <a:ea typeface="Malgun Gothic" pitchFamily="34" charset="-122"/>
                <a:cs typeface="Malgun Gothic" pitchFamily="34" charset="-120"/>
              </a:rPr>
              <a:t>. agentic</a:t>
            </a:r>
            <a:r>
              <a:rPr lang="ko-KR" altLang="en-US" sz="1350" dirty="0">
                <a:solidFill>
                  <a:srgbClr val="FFFFFF"/>
                </a:solidFill>
                <a:latin typeface="Malgun Gothic" pitchFamily="34" charset="0"/>
                <a:ea typeface="Malgun Gothic" pitchFamily="34" charset="-122"/>
                <a:cs typeface="Malgun Gothic" pitchFamily="34" charset="-120"/>
              </a:rPr>
              <a:t>하게 작동하면서 결과가 점점 더 어떻게 </a:t>
            </a:r>
            <a:r>
              <a:rPr lang="ko-KR" altLang="en-US" sz="1350">
                <a:solidFill>
                  <a:srgbClr val="FFFFFF"/>
                </a:solidFill>
                <a:latin typeface="Malgun Gothic" pitchFamily="34" charset="0"/>
                <a:ea typeface="Malgun Gothic" pitchFamily="34" charset="-122"/>
                <a:cs typeface="Malgun Gothic" pitchFamily="34" charset="-120"/>
              </a:rPr>
              <a:t>변경 되었는지</a:t>
            </a:r>
            <a:r>
              <a:rPr lang="en-US" altLang="ko-KR" sz="1350" dirty="0">
                <a:solidFill>
                  <a:srgbClr val="FFFFFF"/>
                </a:solidFill>
                <a:latin typeface="Malgun Gothic" pitchFamily="34" charset="0"/>
                <a:ea typeface="Malgun Gothic" pitchFamily="34" charset="-122"/>
                <a:cs typeface="Malgun Gothic" pitchFamily="34" charset="-120"/>
              </a:rPr>
              <a:t>,</a:t>
            </a:r>
            <a:r>
              <a:rPr lang="ko-KR" altLang="en-US" sz="1350" dirty="0">
                <a:solidFill>
                  <a:srgbClr val="FFFFFF"/>
                </a:solidFill>
                <a:latin typeface="Malgun Gothic" pitchFamily="34" charset="0"/>
                <a:ea typeface="Malgun Gothic" pitchFamily="34" charset="-122"/>
                <a:cs typeface="Malgun Gothic" pitchFamily="34" charset="-120"/>
              </a:rPr>
              <a:t> 결과가 더 좋아졌는지 간략히 설명해</a:t>
            </a:r>
            <a:r>
              <a:rPr lang="en-US" altLang="ko-KR" sz="1350" dirty="0">
                <a:solidFill>
                  <a:srgbClr val="FFFFFF"/>
                </a:solidFill>
                <a:latin typeface="Malgun Gothic" pitchFamily="34" charset="0"/>
                <a:ea typeface="Malgun Gothic" pitchFamily="34" charset="-122"/>
                <a:cs typeface="Malgun Gothic" pitchFamily="34" charset="-120"/>
              </a:rPr>
              <a:t>.</a:t>
            </a:r>
            <a:endParaRPr lang="en-US" sz="1350" dirty="0"/>
          </a:p>
        </p:txBody>
      </p:sp>
      <p:sp>
        <p:nvSpPr>
          <p:cNvPr id="7" name="Text 4"/>
          <p:cNvSpPr txBox="1"/>
          <p:nvPr/>
        </p:nvSpPr>
        <p:spPr>
          <a:xfrm>
            <a:off x="640080" y="6035040"/>
            <a:ext cx="10881360" cy="411480"/>
          </a:xfrm>
          <a:prstGeom prst="rect">
            <a:avLst/>
          </a:prstGeom>
          <a:noFill/>
          <a:ln/>
        </p:spPr>
        <p:txBody>
          <a:bodyPr wrap="square" lIns="0" tIns="0" rIns="0" bIns="0" rtlCol="0" anchor="ctr"/>
          <a:lstStyle/>
          <a:p>
            <a:pPr marL="0" indent="0" algn="l">
              <a:lnSpc>
                <a:spcPct val="130000"/>
              </a:lnSpc>
              <a:buNone/>
            </a:pPr>
            <a:r>
              <a:rPr lang="en-US" sz="1350" b="1" dirty="0">
                <a:solidFill>
                  <a:srgbClr val="FFD733"/>
                </a:solidFill>
                <a:latin typeface="Malgun Gothic" pitchFamily="34" charset="0"/>
                <a:ea typeface="Malgun Gothic" pitchFamily="34" charset="-122"/>
                <a:cs typeface="Malgun Gothic" pitchFamily="34" charset="-120"/>
              </a:rPr>
              <a:t>ask.py</a:t>
            </a:r>
            <a:r>
              <a:rPr lang="ko-KR" altLang="en-US" sz="1350" b="1" dirty="0">
                <a:solidFill>
                  <a:srgbClr val="FFD733"/>
                </a:solidFill>
                <a:latin typeface="Malgun Gothic" pitchFamily="34" charset="0"/>
                <a:ea typeface="Malgun Gothic" pitchFamily="34" charset="-122"/>
                <a:cs typeface="Malgun Gothic" pitchFamily="34" charset="-120"/>
              </a:rPr>
              <a:t>와 </a:t>
            </a:r>
            <a:r>
              <a:rPr lang="en-US" sz="1350" b="1" dirty="0" err="1">
                <a:solidFill>
                  <a:srgbClr val="FFD733"/>
                </a:solidFill>
                <a:latin typeface="Malgun Gothic" pitchFamily="34" charset="0"/>
                <a:ea typeface="Malgun Gothic" pitchFamily="34" charset="-122"/>
                <a:cs typeface="Malgun Gothic" pitchFamily="34" charset="-120"/>
              </a:rPr>
              <a:t>agentic_ask.py와의</a:t>
            </a:r>
            <a:r>
              <a:rPr lang="en-US" sz="1350" b="1" dirty="0">
                <a:solidFill>
                  <a:srgbClr val="FFD733"/>
                </a:solidFill>
                <a:latin typeface="Malgun Gothic" pitchFamily="34" charset="0"/>
                <a:ea typeface="Malgun Gothic" pitchFamily="34" charset="-122"/>
                <a:cs typeface="Malgun Gothic" pitchFamily="34" charset="-120"/>
              </a:rPr>
              <a:t> 차이: </a:t>
            </a:r>
            <a:r>
              <a:rPr lang="en-US" sz="1350" dirty="0">
                <a:solidFill>
                  <a:srgbClr val="FFFFFF"/>
                </a:solidFill>
                <a:latin typeface="Malgun Gothic" pitchFamily="34" charset="0"/>
                <a:ea typeface="Malgun Gothic" pitchFamily="34" charset="-122"/>
                <a:cs typeface="Malgun Gothic" pitchFamily="34" charset="-120"/>
              </a:rPr>
              <a:t>순서를 적은 코드가 없음. 위 규칙 안에서 무엇을 몇 번 검색할지는 모델이 정함</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46">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r>
              <a:rPr lang="en-US" sz="2800" b="1" dirty="0">
                <a:solidFill>
                  <a:srgbClr val="FFFFFF"/>
                </a:solidFill>
                <a:latin typeface="Malgun Gothic" pitchFamily="34" charset="0"/>
                <a:ea typeface="Malgun Gothic" pitchFamily="34" charset="-122"/>
                <a:cs typeface="Malgun Gothic" pitchFamily="34" charset="-120"/>
              </a:rPr>
              <a:t>개념 노트 — </a:t>
            </a:r>
            <a:r>
              <a:rPr lang="en-US" altLang="ko-KR" sz="2800" b="1" dirty="0">
                <a:solidFill>
                  <a:srgbClr val="FFFFFF"/>
                </a:solidFill>
                <a:latin typeface="Malgun Gothic" pitchFamily="34" charset="0"/>
                <a:ea typeface="Malgun Gothic" pitchFamily="34" charset="-122"/>
                <a:cs typeface="Malgun Gothic" pitchFamily="34" charset="-120"/>
              </a:rPr>
              <a:t>MCP¹ </a:t>
            </a:r>
            <a:r>
              <a:rPr lang="ko-KR" altLang="en-US" sz="2800" b="1" dirty="0">
                <a:solidFill>
                  <a:srgbClr val="FFFFFF"/>
                </a:solidFill>
                <a:latin typeface="Malgun Gothic" pitchFamily="34" charset="0"/>
                <a:ea typeface="Malgun Gothic" pitchFamily="34" charset="-122"/>
                <a:cs typeface="Malgun Gothic" pitchFamily="34" charset="-120"/>
              </a:rPr>
              <a:t>이용해서 </a:t>
            </a:r>
            <a:r>
              <a:rPr lang="en-US" sz="2800" b="1" dirty="0" err="1">
                <a:solidFill>
                  <a:srgbClr val="FFFFFF"/>
                </a:solidFill>
                <a:latin typeface="Malgun Gothic" pitchFamily="34" charset="0"/>
                <a:ea typeface="Malgun Gothic" pitchFamily="34" charset="-122"/>
                <a:cs typeface="Malgun Gothic" pitchFamily="34" charset="-120"/>
              </a:rPr>
              <a:t>검색을</a:t>
            </a:r>
            <a:r>
              <a:rPr lang="en-US" sz="2800" b="1" dirty="0">
                <a:solidFill>
                  <a:srgbClr val="FFFFFF"/>
                </a:solidFill>
                <a:latin typeface="Malgun Gothic" pitchFamily="34" charset="0"/>
                <a:ea typeface="Malgun Gothic" pitchFamily="34" charset="-122"/>
                <a:cs typeface="Malgun Gothic" pitchFamily="34" charset="-120"/>
              </a:rPr>
              <a:t> </a:t>
            </a:r>
            <a:r>
              <a:rPr lang="en-US" sz="2800" b="1" dirty="0" err="1">
                <a:solidFill>
                  <a:srgbClr val="FFFFFF"/>
                </a:solidFill>
                <a:latin typeface="Malgun Gothic" pitchFamily="34" charset="0"/>
                <a:ea typeface="Malgun Gothic" pitchFamily="34" charset="-122"/>
                <a:cs typeface="Malgun Gothic" pitchFamily="34" charset="-120"/>
              </a:rPr>
              <a:t>도구로</a:t>
            </a:r>
            <a:r>
              <a:rPr lang="en-US" sz="2800" b="1" dirty="0">
                <a:solidFill>
                  <a:srgbClr val="FFFFFF"/>
                </a:solidFill>
                <a:latin typeface="Malgun Gothic" pitchFamily="34" charset="0"/>
                <a:ea typeface="Malgun Gothic" pitchFamily="34" charset="-122"/>
                <a:cs typeface="Malgun Gothic" pitchFamily="34" charset="-120"/>
              </a:rPr>
              <a:t> </a:t>
            </a:r>
            <a:r>
              <a:rPr lang="ko-KR" altLang="en-US" sz="2800" b="1" dirty="0">
                <a:solidFill>
                  <a:srgbClr val="FFFFFF"/>
                </a:solidFill>
                <a:latin typeface="Malgun Gothic" pitchFamily="34" charset="0"/>
                <a:ea typeface="Malgun Gothic" pitchFamily="34" charset="-122"/>
                <a:cs typeface="Malgun Gothic" pitchFamily="34" charset="-120"/>
              </a:rPr>
              <a:t>이용하는 방법도 있음</a:t>
            </a:r>
            <a:endParaRPr lang="en-US" sz="2800" dirty="0"/>
          </a:p>
        </p:txBody>
      </p:sp>
      <p:sp>
        <p:nvSpPr>
          <p:cNvPr id="4" name="Shape 2"/>
          <p:cNvSpPr/>
          <p:nvPr/>
        </p:nvSpPr>
        <p:spPr>
          <a:xfrm>
            <a:off x="640080" y="1783080"/>
            <a:ext cx="2743200" cy="1188720"/>
          </a:xfrm>
          <a:prstGeom prst="roundRect">
            <a:avLst>
              <a:gd name="adj" fmla="val 6154"/>
            </a:avLst>
          </a:prstGeom>
          <a:solidFill>
            <a:srgbClr val="1D1D1D"/>
          </a:solidFill>
          <a:ln w="9525">
            <a:solidFill>
              <a:srgbClr val="3C3C3C"/>
            </a:solidFill>
            <a:prstDash val="solid"/>
          </a:ln>
        </p:spPr>
      </p:sp>
      <p:sp>
        <p:nvSpPr>
          <p:cNvPr id="5" name="Text 3"/>
          <p:cNvSpPr txBox="1"/>
          <p:nvPr/>
        </p:nvSpPr>
        <p:spPr>
          <a:xfrm>
            <a:off x="713232" y="1892808"/>
            <a:ext cx="2596896" cy="499262"/>
          </a:xfrm>
          <a:prstGeom prst="rect">
            <a:avLst/>
          </a:prstGeom>
          <a:noFill/>
          <a:ln/>
        </p:spPr>
        <p:txBody>
          <a:bodyPr wrap="square" lIns="0" tIns="0" rIns="0" bIns="0" rtlCol="0" anchor="ctr"/>
          <a:lstStyle/>
          <a:p>
            <a:pPr marL="0" indent="0" algn="ctr">
              <a:lnSpc>
                <a:spcPct val="130000"/>
              </a:lnSpc>
              <a:buNone/>
            </a:pPr>
            <a:r>
              <a:rPr lang="en-US" sz="1500" b="1" dirty="0">
                <a:solidFill>
                  <a:srgbClr val="FFFFFF"/>
                </a:solidFill>
                <a:latin typeface="Malgun Gothic" pitchFamily="34" charset="0"/>
                <a:ea typeface="Malgun Gothic" pitchFamily="34" charset="-122"/>
                <a:cs typeface="Malgun Gothic" pitchFamily="34" charset="-120"/>
              </a:rPr>
              <a:t>MCP 클라이언트</a:t>
            </a:r>
            <a:endParaRPr lang="en-US" sz="1500" dirty="0"/>
          </a:p>
        </p:txBody>
      </p:sp>
      <p:sp>
        <p:nvSpPr>
          <p:cNvPr id="6" name="Text 4"/>
          <p:cNvSpPr txBox="1"/>
          <p:nvPr/>
        </p:nvSpPr>
        <p:spPr>
          <a:xfrm>
            <a:off x="713232" y="2377440"/>
            <a:ext cx="2596896" cy="499262"/>
          </a:xfrm>
          <a:prstGeom prst="rect">
            <a:avLst/>
          </a:prstGeom>
          <a:noFill/>
          <a:ln/>
        </p:spPr>
        <p:txBody>
          <a:bodyPr wrap="square" lIns="0" tIns="0" rIns="0" bIns="0" rtlCol="0" anchor="ctr"/>
          <a:lstStyle/>
          <a:p>
            <a:pPr marL="0" indent="0" algn="ctr">
              <a:lnSpc>
                <a:spcPct val="115000"/>
              </a:lnSpc>
              <a:buNone/>
            </a:pPr>
            <a:r>
              <a:rPr lang="en-US" sz="1150" dirty="0">
                <a:solidFill>
                  <a:srgbClr val="FFFFFF"/>
                </a:solidFill>
                <a:latin typeface="Malgun Gothic" pitchFamily="34" charset="0"/>
                <a:ea typeface="Malgun Gothic" pitchFamily="34" charset="-122"/>
                <a:cs typeface="Malgun Gothic" pitchFamily="34" charset="-120"/>
              </a:rPr>
              <a:t>Claude Code, Claude Desktop, IDE, 사내 챗봇 등</a:t>
            </a:r>
            <a:endParaRPr lang="en-US" sz="1150" dirty="0"/>
          </a:p>
        </p:txBody>
      </p:sp>
      <p:sp>
        <p:nvSpPr>
          <p:cNvPr id="7" name="Shape 5"/>
          <p:cNvSpPr/>
          <p:nvPr/>
        </p:nvSpPr>
        <p:spPr>
          <a:xfrm>
            <a:off x="3429000" y="2194560"/>
            <a:ext cx="1280160" cy="0"/>
          </a:xfrm>
          <a:prstGeom prst="line">
            <a:avLst/>
          </a:prstGeom>
          <a:noFill/>
          <a:ln w="22225">
            <a:solidFill>
              <a:srgbClr val="FFD733"/>
            </a:solidFill>
            <a:prstDash val="solid"/>
            <a:tailEnd type="triangle"/>
          </a:ln>
        </p:spPr>
      </p:sp>
      <p:sp>
        <p:nvSpPr>
          <p:cNvPr id="8" name="Text 6"/>
          <p:cNvSpPr txBox="1"/>
          <p:nvPr/>
        </p:nvSpPr>
        <p:spPr>
          <a:xfrm>
            <a:off x="3429000" y="1874520"/>
            <a:ext cx="1280160" cy="274320"/>
          </a:xfrm>
          <a:prstGeom prst="rect">
            <a:avLst/>
          </a:prstGeom>
          <a:noFill/>
          <a:ln/>
        </p:spPr>
        <p:txBody>
          <a:bodyPr wrap="square" lIns="0" tIns="0" rIns="0" bIns="0" rtlCol="0" anchor="ctr"/>
          <a:lstStyle/>
          <a:p>
            <a:pPr marL="0" indent="0" algn="ctr">
              <a:lnSpc>
                <a:spcPct val="110000"/>
              </a:lnSpc>
              <a:buNone/>
            </a:pPr>
            <a:r>
              <a:rPr lang="en-US" sz="1050" dirty="0">
                <a:solidFill>
                  <a:srgbClr val="FFD733"/>
                </a:solidFill>
                <a:latin typeface="Malgun Gothic" pitchFamily="34" charset="0"/>
                <a:ea typeface="Malgun Gothic" pitchFamily="34" charset="-122"/>
                <a:cs typeface="Malgun Gothic" pitchFamily="34" charset="-120"/>
              </a:rPr>
              <a:t>도구 호출</a:t>
            </a:r>
            <a:endParaRPr lang="en-US" sz="1050" dirty="0"/>
          </a:p>
        </p:txBody>
      </p:sp>
      <p:sp>
        <p:nvSpPr>
          <p:cNvPr id="9" name="Shape 7"/>
          <p:cNvSpPr/>
          <p:nvPr/>
        </p:nvSpPr>
        <p:spPr>
          <a:xfrm flipH="1">
            <a:off x="3429000" y="2606040"/>
            <a:ext cx="1280160" cy="0"/>
          </a:xfrm>
          <a:prstGeom prst="line">
            <a:avLst/>
          </a:prstGeom>
          <a:noFill/>
          <a:ln w="22225">
            <a:solidFill>
              <a:srgbClr val="FFD733"/>
            </a:solidFill>
            <a:prstDash val="solid"/>
            <a:tailEnd type="triangle"/>
          </a:ln>
        </p:spPr>
      </p:sp>
      <p:sp>
        <p:nvSpPr>
          <p:cNvPr id="10" name="Text 8"/>
          <p:cNvSpPr txBox="1"/>
          <p:nvPr/>
        </p:nvSpPr>
        <p:spPr>
          <a:xfrm>
            <a:off x="3429000" y="2633472"/>
            <a:ext cx="1280160" cy="274320"/>
          </a:xfrm>
          <a:prstGeom prst="rect">
            <a:avLst/>
          </a:prstGeom>
          <a:noFill/>
          <a:ln/>
        </p:spPr>
        <p:txBody>
          <a:bodyPr wrap="square" lIns="0" tIns="0" rIns="0" bIns="0" rtlCol="0" anchor="ctr"/>
          <a:lstStyle/>
          <a:p>
            <a:pPr marL="0" indent="0" algn="ctr">
              <a:lnSpc>
                <a:spcPct val="110000"/>
              </a:lnSpc>
              <a:buNone/>
            </a:pPr>
            <a:r>
              <a:rPr lang="en-US" sz="1050" dirty="0">
                <a:solidFill>
                  <a:srgbClr val="FFD733"/>
                </a:solidFill>
                <a:latin typeface="Malgun Gothic" pitchFamily="34" charset="0"/>
                <a:ea typeface="Malgun Gothic" pitchFamily="34" charset="-122"/>
                <a:cs typeface="Malgun Gothic" pitchFamily="34" charset="-120"/>
              </a:rPr>
              <a:t>결과</a:t>
            </a:r>
            <a:endParaRPr lang="en-US" sz="1050" dirty="0"/>
          </a:p>
        </p:txBody>
      </p:sp>
      <p:sp>
        <p:nvSpPr>
          <p:cNvPr id="11" name="Shape 9"/>
          <p:cNvSpPr/>
          <p:nvPr/>
        </p:nvSpPr>
        <p:spPr>
          <a:xfrm>
            <a:off x="4754880" y="1783080"/>
            <a:ext cx="3017520" cy="1188720"/>
          </a:xfrm>
          <a:prstGeom prst="roundRect">
            <a:avLst>
              <a:gd name="adj" fmla="val 6154"/>
            </a:avLst>
          </a:prstGeom>
          <a:solidFill>
            <a:srgbClr val="262626"/>
          </a:solidFill>
          <a:ln w="19050">
            <a:solidFill>
              <a:srgbClr val="FFD733"/>
            </a:solidFill>
            <a:prstDash val="solid"/>
          </a:ln>
        </p:spPr>
      </p:sp>
      <p:sp>
        <p:nvSpPr>
          <p:cNvPr id="12" name="Text 10"/>
          <p:cNvSpPr txBox="1"/>
          <p:nvPr/>
        </p:nvSpPr>
        <p:spPr>
          <a:xfrm>
            <a:off x="4828032" y="1892808"/>
            <a:ext cx="2871216" cy="499262"/>
          </a:xfrm>
          <a:prstGeom prst="rect">
            <a:avLst/>
          </a:prstGeom>
          <a:noFill/>
          <a:ln/>
        </p:spPr>
        <p:txBody>
          <a:bodyPr wrap="square" lIns="0" tIns="0" rIns="0" bIns="0" rtlCol="0" anchor="ctr"/>
          <a:lstStyle/>
          <a:p>
            <a:pPr marL="0" indent="0" algn="ctr">
              <a:lnSpc>
                <a:spcPct val="130000"/>
              </a:lnSpc>
              <a:buNone/>
            </a:pPr>
            <a:r>
              <a:rPr lang="en-US" sz="1400" b="1" dirty="0">
                <a:solidFill>
                  <a:srgbClr val="FFFFFF"/>
                </a:solidFill>
                <a:latin typeface="Malgun Gothic" pitchFamily="34" charset="0"/>
                <a:ea typeface="Malgun Gothic" pitchFamily="34" charset="-122"/>
                <a:cs typeface="Malgun Gothic" pitchFamily="34" charset="-120"/>
              </a:rPr>
              <a:t>MCP </a:t>
            </a:r>
            <a:r>
              <a:rPr lang="en-US" sz="1400" b="1" dirty="0" err="1">
                <a:solidFill>
                  <a:srgbClr val="FFFFFF"/>
                </a:solidFill>
                <a:latin typeface="Malgun Gothic" pitchFamily="34" charset="0"/>
                <a:ea typeface="Malgun Gothic" pitchFamily="34" charset="-122"/>
                <a:cs typeface="Malgun Gothic" pitchFamily="34" charset="-120"/>
              </a:rPr>
              <a:t>서버</a:t>
            </a:r>
            <a:endParaRPr lang="en-US" sz="1400" dirty="0"/>
          </a:p>
        </p:txBody>
      </p:sp>
      <p:sp>
        <p:nvSpPr>
          <p:cNvPr id="13" name="Text 11"/>
          <p:cNvSpPr txBox="1"/>
          <p:nvPr/>
        </p:nvSpPr>
        <p:spPr>
          <a:xfrm>
            <a:off x="4828032" y="2377440"/>
            <a:ext cx="2871216" cy="499262"/>
          </a:xfrm>
          <a:prstGeom prst="rect">
            <a:avLst/>
          </a:prstGeom>
          <a:noFill/>
          <a:ln/>
        </p:spPr>
        <p:txBody>
          <a:bodyPr wrap="square" lIns="0" tIns="0" rIns="0" bIns="0" rtlCol="0" anchor="ctr"/>
          <a:lstStyle/>
          <a:p>
            <a:pPr marL="0" indent="0" algn="ctr">
              <a:lnSpc>
                <a:spcPct val="115000"/>
              </a:lnSpc>
              <a:buNone/>
            </a:pPr>
            <a:r>
              <a:rPr lang="en-US" sz="1150" dirty="0">
                <a:solidFill>
                  <a:srgbClr val="FFFFFF"/>
                </a:solidFill>
                <a:latin typeface="Malgun Gothic" pitchFamily="34" charset="0"/>
                <a:ea typeface="Malgun Gothic" pitchFamily="34" charset="-122"/>
                <a:cs typeface="Malgun Gothic" pitchFamily="34" charset="-120"/>
              </a:rPr>
              <a:t>도구 이름: search_papers  입력: query, mode, k</a:t>
            </a:r>
            <a:endParaRPr lang="en-US" sz="1150" dirty="0"/>
          </a:p>
        </p:txBody>
      </p:sp>
      <p:sp>
        <p:nvSpPr>
          <p:cNvPr id="14" name="Shape 12"/>
          <p:cNvSpPr/>
          <p:nvPr/>
        </p:nvSpPr>
        <p:spPr>
          <a:xfrm>
            <a:off x="7818120" y="2377440"/>
            <a:ext cx="822960" cy="0"/>
          </a:xfrm>
          <a:prstGeom prst="line">
            <a:avLst/>
          </a:prstGeom>
          <a:noFill/>
          <a:ln w="22225">
            <a:solidFill>
              <a:srgbClr val="FFD733"/>
            </a:solidFill>
            <a:prstDash val="solid"/>
            <a:tailEnd type="triangle"/>
          </a:ln>
        </p:spPr>
      </p:sp>
      <p:sp>
        <p:nvSpPr>
          <p:cNvPr id="15" name="Shape 13"/>
          <p:cNvSpPr/>
          <p:nvPr/>
        </p:nvSpPr>
        <p:spPr>
          <a:xfrm>
            <a:off x="8686800" y="1783080"/>
            <a:ext cx="2834640" cy="1188720"/>
          </a:xfrm>
          <a:prstGeom prst="roundRect">
            <a:avLst>
              <a:gd name="adj" fmla="val 6154"/>
            </a:avLst>
          </a:prstGeom>
          <a:solidFill>
            <a:srgbClr val="1D1D1D"/>
          </a:solidFill>
          <a:ln w="9525">
            <a:solidFill>
              <a:srgbClr val="3C3C3C"/>
            </a:solidFill>
            <a:prstDash val="solid"/>
          </a:ln>
        </p:spPr>
      </p:sp>
      <p:sp>
        <p:nvSpPr>
          <p:cNvPr id="16" name="Text 14"/>
          <p:cNvSpPr txBox="1"/>
          <p:nvPr/>
        </p:nvSpPr>
        <p:spPr>
          <a:xfrm>
            <a:off x="8759952" y="1892808"/>
            <a:ext cx="2688336" cy="499262"/>
          </a:xfrm>
          <a:prstGeom prst="rect">
            <a:avLst/>
          </a:prstGeom>
          <a:noFill/>
          <a:ln/>
        </p:spPr>
        <p:txBody>
          <a:bodyPr wrap="square" lIns="0" tIns="0" rIns="0" bIns="0" rtlCol="0" anchor="ctr"/>
          <a:lstStyle/>
          <a:p>
            <a:pPr marL="0" indent="0" algn="ctr">
              <a:lnSpc>
                <a:spcPct val="130000"/>
              </a:lnSpc>
              <a:buNone/>
            </a:pPr>
            <a:r>
              <a:rPr lang="en-US" sz="1500" b="1" dirty="0">
                <a:solidFill>
                  <a:srgbClr val="FFFFFF"/>
                </a:solidFill>
                <a:latin typeface="Malgun Gothic" pitchFamily="34" charset="0"/>
                <a:ea typeface="Malgun Gothic" pitchFamily="34" charset="-122"/>
                <a:cs typeface="Malgun Gothic" pitchFamily="34" charset="-120"/>
              </a:rPr>
              <a:t>search.py의 search()</a:t>
            </a:r>
            <a:endParaRPr lang="en-US" sz="1500" dirty="0"/>
          </a:p>
        </p:txBody>
      </p:sp>
      <p:sp>
        <p:nvSpPr>
          <p:cNvPr id="17" name="Text 15"/>
          <p:cNvSpPr txBox="1"/>
          <p:nvPr/>
        </p:nvSpPr>
        <p:spPr>
          <a:xfrm>
            <a:off x="8759952" y="2377440"/>
            <a:ext cx="2688336" cy="499262"/>
          </a:xfrm>
          <a:prstGeom prst="rect">
            <a:avLst/>
          </a:prstGeom>
          <a:noFill/>
          <a:ln/>
        </p:spPr>
        <p:txBody>
          <a:bodyPr wrap="square" lIns="0" tIns="0" rIns="0" bIns="0" rtlCol="0" anchor="ctr"/>
          <a:lstStyle/>
          <a:p>
            <a:pPr marL="0" indent="0" algn="ctr">
              <a:lnSpc>
                <a:spcPct val="115000"/>
              </a:lnSpc>
              <a:buNone/>
            </a:pPr>
            <a:r>
              <a:rPr lang="ko-KR" altLang="en-US" sz="1200" dirty="0">
                <a:solidFill>
                  <a:srgbClr val="FFFFFF"/>
                </a:solidFill>
                <a:latin typeface="Malgun Gothic" pitchFamily="34" charset="0"/>
                <a:ea typeface="Malgun Gothic" pitchFamily="34" charset="-122"/>
                <a:cs typeface="Malgun Gothic" pitchFamily="34" charset="-120"/>
              </a:rPr>
              <a:t>우리 실습 예시</a:t>
            </a:r>
            <a:endParaRPr lang="en-US" sz="1200" dirty="0"/>
          </a:p>
        </p:txBody>
      </p:sp>
      <p:sp>
        <p:nvSpPr>
          <p:cNvPr id="18" name="Text 16"/>
          <p:cNvSpPr txBox="1"/>
          <p:nvPr/>
        </p:nvSpPr>
        <p:spPr>
          <a:xfrm>
            <a:off x="640080" y="3246120"/>
            <a:ext cx="10881360" cy="2560320"/>
          </a:xfrm>
          <a:prstGeom prst="rect">
            <a:avLst/>
          </a:prstGeom>
          <a:noFill/>
          <a:ln/>
        </p:spPr>
        <p:txBody>
          <a:bodyPr wrap="square" lIns="0" tIns="0" rIns="0" bIns="0" rtlCol="0" anchor="t"/>
          <a:lstStyle/>
          <a:p>
            <a:pPr marL="228600" indent="-228600" algn="l">
              <a:lnSpc>
                <a:spcPct val="135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MCP 서버는 "이런 이름의 도구가 있고, 입력은 이렇고, 출력은 이렇다"를 정해진 형식으로 알려 주는 작은 프로그램. 한 번 만들면 MCP를 지원하는 모든 에이전트가 같은 검색을 도구로 쓸 수 있음</a:t>
            </a:r>
            <a:endParaRPr lang="en-US" sz="1350" dirty="0"/>
          </a:p>
          <a:p>
            <a:pPr marL="228600" indent="-228600" algn="l">
              <a:lnSpc>
                <a:spcPct val="135000"/>
              </a:lnSpc>
              <a:spcAft>
                <a:spcPts val="6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2026년 현재 주요 에이전트 제품과 클라우드 서비스가 지원하는 규격. 관리형 검색 서비스도 MCP 엔드포인트를 제공함(예: Azure AI Search의 knowledge base)</a:t>
            </a:r>
            <a:endParaRPr lang="en-US" sz="1350" dirty="0"/>
          </a:p>
        </p:txBody>
      </p:sp>
      <p:sp>
        <p:nvSpPr>
          <p:cNvPr id="19" name="Shape 17"/>
          <p:cNvSpPr/>
          <p:nvPr/>
        </p:nvSpPr>
        <p:spPr>
          <a:xfrm>
            <a:off x="640080" y="6035040"/>
            <a:ext cx="10881360" cy="0"/>
          </a:xfrm>
          <a:prstGeom prst="line">
            <a:avLst/>
          </a:prstGeom>
          <a:noFill/>
          <a:ln w="9525">
            <a:solidFill>
              <a:srgbClr val="8A7A2A"/>
            </a:solidFill>
            <a:prstDash val="solid"/>
          </a:ln>
        </p:spPr>
      </p:sp>
      <p:sp>
        <p:nvSpPr>
          <p:cNvPr id="20" name="Text 18"/>
          <p:cNvSpPr txBox="1"/>
          <p:nvPr/>
        </p:nvSpPr>
        <p:spPr>
          <a:xfrm>
            <a:off x="640080" y="6099048"/>
            <a:ext cx="10881360" cy="685800"/>
          </a:xfrm>
          <a:prstGeom prst="rect">
            <a:avLst/>
          </a:prstGeom>
          <a:noFill/>
          <a:ln/>
        </p:spPr>
        <p:txBody>
          <a:bodyPr wrap="square" lIns="0" tIns="0" rIns="0" bIns="0" rtlCol="0" anchor="t"/>
          <a:lstStyle/>
          <a:p>
            <a:pPr marL="0" indent="0" algn="l">
              <a:lnSpc>
                <a:spcPct val="130000"/>
              </a:lnSpc>
              <a:buNone/>
            </a:pPr>
            <a:r>
              <a:rPr lang="en-US" sz="1050" b="1" dirty="0">
                <a:solidFill>
                  <a:srgbClr val="FFD733"/>
                </a:solidFill>
                <a:latin typeface="Malgun Gothic" pitchFamily="34" charset="0"/>
                <a:ea typeface="Malgun Gothic" pitchFamily="34" charset="-122"/>
                <a:cs typeface="Malgun Gothic" pitchFamily="34" charset="-120"/>
              </a:rPr>
              <a:t>¹ MCP(Model Context Protocol)  </a:t>
            </a:r>
            <a:r>
              <a:rPr lang="en-US" sz="1050" dirty="0">
                <a:solidFill>
                  <a:srgbClr val="FFFFFF"/>
                </a:solidFill>
                <a:latin typeface="Malgun Gothic" pitchFamily="34" charset="0"/>
                <a:ea typeface="Malgun Gothic" pitchFamily="34" charset="-122"/>
                <a:cs typeface="Malgun Gothic" pitchFamily="34" charset="-120"/>
              </a:rPr>
              <a:t>에이전트와 외부 도구·데이터를 연결하는 개방형 </a:t>
            </a:r>
            <a:r>
              <a:rPr lang="en-US" sz="1050" dirty="0" err="1">
                <a:solidFill>
                  <a:srgbClr val="FFFFFF"/>
                </a:solidFill>
                <a:latin typeface="Malgun Gothic" pitchFamily="34" charset="0"/>
                <a:ea typeface="Malgun Gothic" pitchFamily="34" charset="-122"/>
                <a:cs typeface="Malgun Gothic" pitchFamily="34" charset="-120"/>
              </a:rPr>
              <a:t>통신</a:t>
            </a:r>
            <a:r>
              <a:rPr lang="en-US" sz="1050" dirty="0">
                <a:solidFill>
                  <a:srgbClr val="FFFFFF"/>
                </a:solidFill>
                <a:latin typeface="Malgun Gothic" pitchFamily="34" charset="0"/>
                <a:ea typeface="Malgun Gothic" pitchFamily="34" charset="-122"/>
                <a:cs typeface="Malgun Gothic" pitchFamily="34" charset="-120"/>
              </a:rPr>
              <a:t> </a:t>
            </a:r>
            <a:r>
              <a:rPr lang="en-US" sz="1050" dirty="0" err="1">
                <a:solidFill>
                  <a:srgbClr val="FFFFFF"/>
                </a:solidFill>
                <a:latin typeface="Malgun Gothic" pitchFamily="34" charset="0"/>
                <a:ea typeface="Malgun Gothic" pitchFamily="34" charset="-122"/>
                <a:cs typeface="Malgun Gothic" pitchFamily="34" charset="-120"/>
              </a:rPr>
              <a:t>규격</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49">
    <p:bg>
      <p:bgPr>
        <a:solidFill>
          <a:srgbClr val="121212"/>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Malgun Gothic" pitchFamily="34" charset="0"/>
                <a:ea typeface="Malgun Gothic" pitchFamily="34" charset="-122"/>
                <a:cs typeface="Malgun Gothic" pitchFamily="34" charset="-120"/>
              </a:rPr>
              <a:t>2026년 </a:t>
            </a:r>
            <a:r>
              <a:rPr lang="en-US" sz="2800" b="1" dirty="0" err="1">
                <a:solidFill>
                  <a:srgbClr val="FFFFFF"/>
                </a:solidFill>
                <a:latin typeface="Malgun Gothic" pitchFamily="34" charset="0"/>
                <a:ea typeface="Malgun Gothic" pitchFamily="34" charset="-122"/>
                <a:cs typeface="Malgun Gothic" pitchFamily="34" charset="-120"/>
              </a:rPr>
              <a:t>동향</a:t>
            </a:r>
            <a:r>
              <a:rPr lang="en-US" sz="2800" b="1" dirty="0">
                <a:solidFill>
                  <a:srgbClr val="FFFFFF"/>
                </a:solidFill>
                <a:latin typeface="Malgun Gothic" pitchFamily="34" charset="0"/>
                <a:ea typeface="Malgun Gothic" pitchFamily="34" charset="-122"/>
                <a:cs typeface="Malgun Gothic" pitchFamily="34" charset="-120"/>
              </a:rPr>
              <a:t> — 도입 순서와 비용 통제</a:t>
            </a:r>
            <a:endParaRPr lang="en-US" sz="2800" dirty="0"/>
          </a:p>
        </p:txBody>
      </p:sp>
      <p:sp>
        <p:nvSpPr>
          <p:cNvPr id="3" name="Text 1"/>
          <p:cNvSpPr txBox="1"/>
          <p:nvPr/>
        </p:nvSpPr>
        <p:spPr>
          <a:xfrm>
            <a:off x="640080" y="1170432"/>
            <a:ext cx="10881360" cy="329184"/>
          </a:xfrm>
          <a:prstGeom prst="rect">
            <a:avLst/>
          </a:prstGeom>
          <a:noFill/>
          <a:ln/>
        </p:spPr>
        <p:txBody>
          <a:bodyPr wrap="square" lIns="0" tIns="0" rIns="0" bIns="0" rtlCol="0" anchor="ctr"/>
          <a:lstStyle/>
          <a:p>
            <a:pPr marL="0" indent="0" algn="l">
              <a:lnSpc>
                <a:spcPct val="130000"/>
              </a:lnSpc>
              <a:buNone/>
            </a:pPr>
            <a:r>
              <a:rPr lang="en-US" sz="1400" dirty="0">
                <a:solidFill>
                  <a:srgbClr val="FFFFFF"/>
                </a:solidFill>
                <a:latin typeface="Malgun Gothic" pitchFamily="34" charset="0"/>
                <a:ea typeface="Malgun Gothic" pitchFamily="34" charset="-122"/>
                <a:cs typeface="Malgun Gothic" pitchFamily="34" charset="-120"/>
              </a:rPr>
              <a:t>에이전틱 구성은 정확도를 올리지만 시간·토큰·결과의 변동폭도 함께 키움. 현업 문서들이 공통으로 권하는 도입 순서</a:t>
            </a:r>
            <a:endParaRPr lang="en-US" sz="1400" dirty="0"/>
          </a:p>
        </p:txBody>
      </p:sp>
      <p:sp>
        <p:nvSpPr>
          <p:cNvPr id="4" name="Shape 2"/>
          <p:cNvSpPr/>
          <p:nvPr/>
        </p:nvSpPr>
        <p:spPr>
          <a:xfrm>
            <a:off x="640080" y="1783080"/>
            <a:ext cx="2468880" cy="1234440"/>
          </a:xfrm>
          <a:prstGeom prst="roundRect">
            <a:avLst>
              <a:gd name="adj" fmla="val 5926"/>
            </a:avLst>
          </a:prstGeom>
          <a:solidFill>
            <a:srgbClr val="1D1D1D"/>
          </a:solidFill>
          <a:ln w="9525">
            <a:solidFill>
              <a:srgbClr val="3C3C3C"/>
            </a:solidFill>
            <a:prstDash val="solid"/>
          </a:ln>
        </p:spPr>
      </p:sp>
      <p:sp>
        <p:nvSpPr>
          <p:cNvPr id="5" name="Text 3"/>
          <p:cNvSpPr txBox="1"/>
          <p:nvPr/>
        </p:nvSpPr>
        <p:spPr>
          <a:xfrm>
            <a:off x="713232" y="1892808"/>
            <a:ext cx="2322576" cy="518465"/>
          </a:xfrm>
          <a:prstGeom prst="rect">
            <a:avLst/>
          </a:prstGeom>
          <a:noFill/>
          <a:ln/>
        </p:spPr>
        <p:txBody>
          <a:bodyPr wrap="square" lIns="0" tIns="0" rIns="0" bIns="0" rtlCol="0" anchor="ctr"/>
          <a:lstStyle/>
          <a:p>
            <a:pPr marL="0" indent="0" algn="ctr">
              <a:lnSpc>
                <a:spcPct val="130000"/>
              </a:lnSpc>
              <a:buNone/>
            </a:pPr>
            <a:r>
              <a:rPr lang="en-US" sz="1450" b="1" dirty="0">
                <a:solidFill>
                  <a:srgbClr val="FFFFFF"/>
                </a:solidFill>
                <a:latin typeface="Malgun Gothic" pitchFamily="34" charset="0"/>
                <a:ea typeface="Malgun Gothic" pitchFamily="34" charset="-122"/>
                <a:cs typeface="Malgun Gothic" pitchFamily="34" charset="-120"/>
              </a:rPr>
              <a:t>① 기본 구성</a:t>
            </a:r>
            <a:endParaRPr lang="en-US" sz="1450" dirty="0"/>
          </a:p>
        </p:txBody>
      </p:sp>
      <p:sp>
        <p:nvSpPr>
          <p:cNvPr id="6" name="Text 4"/>
          <p:cNvSpPr txBox="1"/>
          <p:nvPr/>
        </p:nvSpPr>
        <p:spPr>
          <a:xfrm>
            <a:off x="713232" y="2400300"/>
            <a:ext cx="2322576" cy="518465"/>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하이브리드 검색 + </a:t>
            </a:r>
            <a:r>
              <a:rPr lang="en-US" sz="1200" dirty="0" err="1">
                <a:solidFill>
                  <a:srgbClr val="FFFFFF"/>
                </a:solidFill>
                <a:latin typeface="Malgun Gothic" pitchFamily="34" charset="0"/>
                <a:ea typeface="Malgun Gothic" pitchFamily="34" charset="-122"/>
                <a:cs typeface="Malgun Gothic" pitchFamily="34" charset="-120"/>
              </a:rPr>
              <a:t>리랭킹</a:t>
            </a:r>
            <a:endParaRPr lang="en-US" sz="1200" dirty="0"/>
          </a:p>
        </p:txBody>
      </p:sp>
      <p:sp>
        <p:nvSpPr>
          <p:cNvPr id="7" name="Shape 5"/>
          <p:cNvSpPr/>
          <p:nvPr/>
        </p:nvSpPr>
        <p:spPr>
          <a:xfrm>
            <a:off x="3145536" y="2400300"/>
            <a:ext cx="265176" cy="0"/>
          </a:xfrm>
          <a:prstGeom prst="line">
            <a:avLst/>
          </a:prstGeom>
          <a:noFill/>
          <a:ln w="22225">
            <a:solidFill>
              <a:srgbClr val="FFD733"/>
            </a:solidFill>
            <a:prstDash val="solid"/>
            <a:tailEnd type="triangle"/>
          </a:ln>
        </p:spPr>
      </p:sp>
      <p:sp>
        <p:nvSpPr>
          <p:cNvPr id="8" name="Shape 6"/>
          <p:cNvSpPr/>
          <p:nvPr/>
        </p:nvSpPr>
        <p:spPr>
          <a:xfrm>
            <a:off x="3447288" y="1783080"/>
            <a:ext cx="2468880" cy="1234440"/>
          </a:xfrm>
          <a:prstGeom prst="roundRect">
            <a:avLst>
              <a:gd name="adj" fmla="val 5926"/>
            </a:avLst>
          </a:prstGeom>
          <a:solidFill>
            <a:srgbClr val="1D1D1D"/>
          </a:solidFill>
          <a:ln w="9525">
            <a:solidFill>
              <a:srgbClr val="3C3C3C"/>
            </a:solidFill>
            <a:prstDash val="solid"/>
          </a:ln>
        </p:spPr>
      </p:sp>
      <p:sp>
        <p:nvSpPr>
          <p:cNvPr id="9" name="Text 7"/>
          <p:cNvSpPr txBox="1"/>
          <p:nvPr/>
        </p:nvSpPr>
        <p:spPr>
          <a:xfrm>
            <a:off x="3520440" y="1892808"/>
            <a:ext cx="2322576" cy="518465"/>
          </a:xfrm>
          <a:prstGeom prst="rect">
            <a:avLst/>
          </a:prstGeom>
          <a:noFill/>
          <a:ln/>
        </p:spPr>
        <p:txBody>
          <a:bodyPr wrap="square" lIns="0" tIns="0" rIns="0" bIns="0" rtlCol="0" anchor="ctr"/>
          <a:lstStyle/>
          <a:p>
            <a:pPr marL="0" indent="0" algn="ctr">
              <a:lnSpc>
                <a:spcPct val="130000"/>
              </a:lnSpc>
              <a:buNone/>
            </a:pPr>
            <a:r>
              <a:rPr lang="en-US" sz="1450" b="1" dirty="0">
                <a:solidFill>
                  <a:srgbClr val="FFFFFF"/>
                </a:solidFill>
                <a:latin typeface="Malgun Gothic" pitchFamily="34" charset="0"/>
                <a:ea typeface="Malgun Gothic" pitchFamily="34" charset="-122"/>
                <a:cs typeface="Malgun Gothic" pitchFamily="34" charset="-120"/>
              </a:rPr>
              <a:t>② 평가</a:t>
            </a:r>
            <a:endParaRPr lang="en-US" sz="1450" dirty="0"/>
          </a:p>
        </p:txBody>
      </p:sp>
      <p:sp>
        <p:nvSpPr>
          <p:cNvPr id="10" name="Text 8"/>
          <p:cNvSpPr txBox="1"/>
          <p:nvPr/>
        </p:nvSpPr>
        <p:spPr>
          <a:xfrm>
            <a:off x="3520440" y="2400300"/>
            <a:ext cx="2322576" cy="518465"/>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질문 세트로 실패 </a:t>
            </a:r>
            <a:r>
              <a:rPr lang="en-US" sz="1200" dirty="0" err="1">
                <a:solidFill>
                  <a:srgbClr val="FFFFFF"/>
                </a:solidFill>
                <a:latin typeface="Malgun Gothic" pitchFamily="34" charset="0"/>
                <a:ea typeface="Malgun Gothic" pitchFamily="34" charset="-122"/>
                <a:cs typeface="Malgun Gothic" pitchFamily="34" charset="-120"/>
              </a:rPr>
              <a:t>유형</a:t>
            </a:r>
            <a:r>
              <a:rPr lang="en-US" sz="1200" dirty="0">
                <a:solidFill>
                  <a:srgbClr val="FFFFFF"/>
                </a:solidFill>
                <a:latin typeface="Malgun Gothic" pitchFamily="34" charset="0"/>
                <a:ea typeface="Malgun Gothic" pitchFamily="34" charset="-122"/>
                <a:cs typeface="Malgun Gothic" pitchFamily="34" charset="-120"/>
              </a:rPr>
              <a:t> </a:t>
            </a:r>
            <a:r>
              <a:rPr lang="en-US" sz="1200" dirty="0" err="1">
                <a:solidFill>
                  <a:srgbClr val="FFFFFF"/>
                </a:solidFill>
                <a:latin typeface="Malgun Gothic" pitchFamily="34" charset="0"/>
                <a:ea typeface="Malgun Gothic" pitchFamily="34" charset="-122"/>
                <a:cs typeface="Malgun Gothic" pitchFamily="34" charset="-120"/>
              </a:rPr>
              <a:t>확인</a:t>
            </a:r>
            <a:endParaRPr lang="en-US" sz="1200" dirty="0"/>
          </a:p>
        </p:txBody>
      </p:sp>
      <p:sp>
        <p:nvSpPr>
          <p:cNvPr id="11" name="Shape 9"/>
          <p:cNvSpPr/>
          <p:nvPr/>
        </p:nvSpPr>
        <p:spPr>
          <a:xfrm>
            <a:off x="5952744" y="2400300"/>
            <a:ext cx="265176" cy="0"/>
          </a:xfrm>
          <a:prstGeom prst="line">
            <a:avLst/>
          </a:prstGeom>
          <a:noFill/>
          <a:ln w="22225">
            <a:solidFill>
              <a:srgbClr val="FFD733"/>
            </a:solidFill>
            <a:prstDash val="solid"/>
            <a:tailEnd type="triangle"/>
          </a:ln>
        </p:spPr>
      </p:sp>
      <p:sp>
        <p:nvSpPr>
          <p:cNvPr id="12" name="Shape 10"/>
          <p:cNvSpPr/>
          <p:nvPr/>
        </p:nvSpPr>
        <p:spPr>
          <a:xfrm>
            <a:off x="6254496" y="1783080"/>
            <a:ext cx="2468880" cy="1234440"/>
          </a:xfrm>
          <a:prstGeom prst="roundRect">
            <a:avLst>
              <a:gd name="adj" fmla="val 5926"/>
            </a:avLst>
          </a:prstGeom>
          <a:solidFill>
            <a:srgbClr val="262626"/>
          </a:solidFill>
          <a:ln w="19050">
            <a:solidFill>
              <a:srgbClr val="FFD733"/>
            </a:solidFill>
            <a:prstDash val="solid"/>
          </a:ln>
        </p:spPr>
      </p:sp>
      <p:sp>
        <p:nvSpPr>
          <p:cNvPr id="13" name="Text 11"/>
          <p:cNvSpPr txBox="1"/>
          <p:nvPr/>
        </p:nvSpPr>
        <p:spPr>
          <a:xfrm>
            <a:off x="6327648" y="1892808"/>
            <a:ext cx="2322576" cy="518465"/>
          </a:xfrm>
          <a:prstGeom prst="rect">
            <a:avLst/>
          </a:prstGeom>
          <a:noFill/>
          <a:ln/>
        </p:spPr>
        <p:txBody>
          <a:bodyPr wrap="square" lIns="0" tIns="0" rIns="0" bIns="0" rtlCol="0" anchor="ctr"/>
          <a:lstStyle/>
          <a:p>
            <a:pPr marL="0" indent="0" algn="ctr">
              <a:lnSpc>
                <a:spcPct val="130000"/>
              </a:lnSpc>
              <a:buNone/>
            </a:pPr>
            <a:r>
              <a:rPr lang="en-US" sz="1450" b="1" dirty="0">
                <a:solidFill>
                  <a:srgbClr val="FFFFFF"/>
                </a:solidFill>
                <a:latin typeface="Malgun Gothic" pitchFamily="34" charset="0"/>
                <a:ea typeface="Malgun Gothic" pitchFamily="34" charset="-122"/>
                <a:cs typeface="Malgun Gothic" pitchFamily="34" charset="-120"/>
              </a:rPr>
              <a:t>③ 필요한 곳에만 추가</a:t>
            </a:r>
            <a:endParaRPr lang="en-US" sz="1450" dirty="0"/>
          </a:p>
        </p:txBody>
      </p:sp>
      <p:sp>
        <p:nvSpPr>
          <p:cNvPr id="14" name="Text 12"/>
          <p:cNvSpPr txBox="1"/>
          <p:nvPr/>
        </p:nvSpPr>
        <p:spPr>
          <a:xfrm>
            <a:off x="6327648" y="2400300"/>
            <a:ext cx="2322576" cy="518465"/>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실패 유형에 맞는 구성 요소만</a:t>
            </a:r>
            <a:endParaRPr lang="en-US" sz="1200" dirty="0"/>
          </a:p>
        </p:txBody>
      </p:sp>
      <p:sp>
        <p:nvSpPr>
          <p:cNvPr id="15" name="Shape 13"/>
          <p:cNvSpPr/>
          <p:nvPr/>
        </p:nvSpPr>
        <p:spPr>
          <a:xfrm>
            <a:off x="8759952" y="2400300"/>
            <a:ext cx="265176" cy="0"/>
          </a:xfrm>
          <a:prstGeom prst="line">
            <a:avLst/>
          </a:prstGeom>
          <a:noFill/>
          <a:ln w="22225">
            <a:solidFill>
              <a:srgbClr val="FFD733"/>
            </a:solidFill>
            <a:prstDash val="solid"/>
            <a:tailEnd type="triangle"/>
          </a:ln>
        </p:spPr>
      </p:sp>
      <p:sp>
        <p:nvSpPr>
          <p:cNvPr id="16" name="Shape 14"/>
          <p:cNvSpPr/>
          <p:nvPr/>
        </p:nvSpPr>
        <p:spPr>
          <a:xfrm>
            <a:off x="9061704" y="1783080"/>
            <a:ext cx="2468880" cy="1234440"/>
          </a:xfrm>
          <a:prstGeom prst="roundRect">
            <a:avLst>
              <a:gd name="adj" fmla="val 5926"/>
            </a:avLst>
          </a:prstGeom>
          <a:solidFill>
            <a:srgbClr val="1D1D1D"/>
          </a:solidFill>
          <a:ln w="9525">
            <a:solidFill>
              <a:srgbClr val="3C3C3C"/>
            </a:solidFill>
            <a:prstDash val="solid"/>
          </a:ln>
        </p:spPr>
      </p:sp>
      <p:sp>
        <p:nvSpPr>
          <p:cNvPr id="17" name="Text 15"/>
          <p:cNvSpPr txBox="1"/>
          <p:nvPr/>
        </p:nvSpPr>
        <p:spPr>
          <a:xfrm>
            <a:off x="9134856" y="1892808"/>
            <a:ext cx="2322576" cy="518465"/>
          </a:xfrm>
          <a:prstGeom prst="rect">
            <a:avLst/>
          </a:prstGeom>
          <a:noFill/>
          <a:ln/>
        </p:spPr>
        <p:txBody>
          <a:bodyPr wrap="square" lIns="0" tIns="0" rIns="0" bIns="0" rtlCol="0" anchor="ctr"/>
          <a:lstStyle/>
          <a:p>
            <a:pPr marL="0" indent="0" algn="ctr">
              <a:lnSpc>
                <a:spcPct val="130000"/>
              </a:lnSpc>
              <a:buNone/>
            </a:pPr>
            <a:r>
              <a:rPr lang="en-US" sz="1450" b="1" dirty="0">
                <a:solidFill>
                  <a:srgbClr val="FFFFFF"/>
                </a:solidFill>
                <a:latin typeface="Malgun Gothic" pitchFamily="34" charset="0"/>
                <a:ea typeface="Malgun Gothic" pitchFamily="34" charset="-122"/>
                <a:cs typeface="Malgun Gothic" pitchFamily="34" charset="-120"/>
              </a:rPr>
              <a:t>④ </a:t>
            </a:r>
            <a:r>
              <a:rPr lang="ko-KR" altLang="en-US" sz="1450" b="1" dirty="0">
                <a:solidFill>
                  <a:srgbClr val="FFFFFF"/>
                </a:solidFill>
                <a:latin typeface="Malgun Gothic" pitchFamily="34" charset="0"/>
                <a:ea typeface="Malgun Gothic" pitchFamily="34" charset="-122"/>
                <a:cs typeface="Malgun Gothic" pitchFamily="34" charset="-120"/>
              </a:rPr>
              <a:t>질문 라우팅</a:t>
            </a:r>
            <a:endParaRPr lang="en-US" sz="1450" dirty="0"/>
          </a:p>
        </p:txBody>
      </p:sp>
      <p:sp>
        <p:nvSpPr>
          <p:cNvPr id="18" name="Text 16"/>
          <p:cNvSpPr txBox="1"/>
          <p:nvPr/>
        </p:nvSpPr>
        <p:spPr>
          <a:xfrm>
            <a:off x="9134856" y="2400300"/>
            <a:ext cx="2322576" cy="518465"/>
          </a:xfrm>
          <a:prstGeom prst="rect">
            <a:avLst/>
          </a:prstGeom>
          <a:noFill/>
          <a:ln/>
        </p:spPr>
        <p:txBody>
          <a:bodyPr wrap="square" lIns="0" tIns="0" rIns="0" bIns="0" rtlCol="0" anchor="ctr"/>
          <a:lstStyle/>
          <a:p>
            <a:pPr marL="0" indent="0" algn="ctr">
              <a:lnSpc>
                <a:spcPct val="115000"/>
              </a:lnSpc>
              <a:buNone/>
            </a:pPr>
            <a:r>
              <a:rPr lang="en-US" sz="1200" dirty="0">
                <a:solidFill>
                  <a:srgbClr val="FFFFFF"/>
                </a:solidFill>
                <a:latin typeface="Malgun Gothic" pitchFamily="34" charset="0"/>
                <a:ea typeface="Malgun Gothic" pitchFamily="34" charset="-122"/>
                <a:cs typeface="Malgun Gothic" pitchFamily="34" charset="-120"/>
              </a:rPr>
              <a:t>쉬운 질문은 </a:t>
            </a:r>
            <a:r>
              <a:rPr lang="en-US" sz="1200" dirty="0" err="1">
                <a:solidFill>
                  <a:srgbClr val="FFFFFF"/>
                </a:solidFill>
                <a:latin typeface="Malgun Gothic" pitchFamily="34" charset="0"/>
                <a:ea typeface="Malgun Gothic" pitchFamily="34" charset="-122"/>
                <a:cs typeface="Malgun Gothic" pitchFamily="34" charset="-120"/>
              </a:rPr>
              <a:t>기본</a:t>
            </a:r>
            <a:r>
              <a:rPr lang="en-US" sz="1200" dirty="0">
                <a:solidFill>
                  <a:srgbClr val="FFFFFF"/>
                </a:solidFill>
                <a:latin typeface="Malgun Gothic" pitchFamily="34" charset="0"/>
                <a:ea typeface="Malgun Gothic" pitchFamily="34" charset="-122"/>
                <a:cs typeface="Malgun Gothic" pitchFamily="34" charset="-120"/>
              </a:rPr>
              <a:t> </a:t>
            </a:r>
            <a:r>
              <a:rPr lang="ko-KR" altLang="en-US" sz="1200" dirty="0" err="1">
                <a:solidFill>
                  <a:srgbClr val="FFFFFF"/>
                </a:solidFill>
                <a:latin typeface="Malgun Gothic" pitchFamily="34" charset="0"/>
                <a:ea typeface="Malgun Gothic" pitchFamily="34" charset="-122"/>
                <a:cs typeface="Malgun Gothic" pitchFamily="34" charset="-120"/>
              </a:rPr>
              <a:t>작업으</a:t>
            </a:r>
            <a:r>
              <a:rPr lang="en-US" sz="1200" dirty="0">
                <a:solidFill>
                  <a:srgbClr val="FFFFFF"/>
                </a:solidFill>
                <a:latin typeface="Malgun Gothic" pitchFamily="34" charset="0"/>
                <a:ea typeface="Malgun Gothic" pitchFamily="34" charset="-122"/>
                <a:cs typeface="Malgun Gothic" pitchFamily="34" charset="-120"/>
              </a:rPr>
              <a:t>로</a:t>
            </a:r>
            <a:r>
              <a:rPr lang="ko-KR" altLang="en-US" sz="1200" dirty="0">
                <a:solidFill>
                  <a:srgbClr val="FFFFFF"/>
                </a:solidFill>
                <a:latin typeface="Malgun Gothic" pitchFamily="34" charset="0"/>
                <a:ea typeface="Malgun Gothic" pitchFamily="34" charset="-122"/>
                <a:cs typeface="Malgun Gothic" pitchFamily="34" charset="-120"/>
              </a:rPr>
              <a:t>만</a:t>
            </a:r>
            <a:endParaRPr lang="en-US" sz="1200" dirty="0"/>
          </a:p>
        </p:txBody>
      </p:sp>
      <p:sp>
        <p:nvSpPr>
          <p:cNvPr id="19" name="Text 17"/>
          <p:cNvSpPr txBox="1"/>
          <p:nvPr/>
        </p:nvSpPr>
        <p:spPr>
          <a:xfrm>
            <a:off x="640080" y="3337560"/>
            <a:ext cx="10881360" cy="3108960"/>
          </a:xfrm>
          <a:prstGeom prst="rect">
            <a:avLst/>
          </a:prstGeom>
          <a:noFill/>
          <a:ln/>
        </p:spPr>
        <p:txBody>
          <a:bodyPr wrap="square" lIns="0" tIns="0" rIns="0" bIns="0" rtlCol="0" anchor="t"/>
          <a:lstStyle/>
          <a:p>
            <a:pPr marL="228600" indent="-228600" algn="l">
              <a:lnSpc>
                <a:spcPct val="135000"/>
              </a:lnSpc>
              <a:spcAft>
                <a:spcPts val="700"/>
              </a:spcAft>
              <a:buSzPct val="100000"/>
              <a:buChar char="•"/>
            </a:pPr>
            <a:r>
              <a:rPr lang="en-US" sz="1350" b="1" dirty="0">
                <a:solidFill>
                  <a:srgbClr val="FFD733"/>
                </a:solidFill>
                <a:latin typeface="Malgun Gothic" pitchFamily="34" charset="0"/>
                <a:ea typeface="Malgun Gothic" pitchFamily="34" charset="-122"/>
                <a:cs typeface="Malgun Gothic" pitchFamily="34" charset="-120"/>
              </a:rPr>
              <a:t>반복 상한: </a:t>
            </a:r>
            <a:r>
              <a:rPr lang="en-US" sz="1350" dirty="0">
                <a:solidFill>
                  <a:srgbClr val="FFFFFF"/>
                </a:solidFill>
                <a:latin typeface="Malgun Gothic" pitchFamily="34" charset="0"/>
                <a:ea typeface="Malgun Gothic" pitchFamily="34" charset="-122"/>
                <a:cs typeface="Malgun Gothic" pitchFamily="34" charset="-120"/>
              </a:rPr>
              <a:t>재검색 횟수, 도구 호출 횟수, 질문당 예산 중 하나 이상을 반드시 둠. 오늘의 "재검색 최대 1회", 시연의 "검색 최대 4회"가 그 예</a:t>
            </a:r>
            <a:endParaRPr lang="en-US" sz="1350" dirty="0"/>
          </a:p>
          <a:p>
            <a:pPr marL="228600" indent="-228600" algn="l">
              <a:lnSpc>
                <a:spcPct val="135000"/>
              </a:lnSpc>
              <a:spcAft>
                <a:spcPts val="700"/>
              </a:spcAft>
              <a:buSzPct val="100000"/>
              <a:buChar char="•"/>
            </a:pPr>
            <a:r>
              <a:rPr lang="en-US" sz="1350" b="1" dirty="0" err="1">
                <a:solidFill>
                  <a:srgbClr val="FFD733"/>
                </a:solidFill>
                <a:latin typeface="Malgun Gothic" pitchFamily="34" charset="0"/>
                <a:ea typeface="Malgun Gothic" pitchFamily="34" charset="-122"/>
                <a:cs typeface="Malgun Gothic" pitchFamily="34" charset="-120"/>
              </a:rPr>
              <a:t>단계별</a:t>
            </a:r>
            <a:r>
              <a:rPr lang="en-US" sz="1350" b="1" dirty="0">
                <a:solidFill>
                  <a:srgbClr val="FFD733"/>
                </a:solidFill>
                <a:latin typeface="Malgun Gothic" pitchFamily="34" charset="0"/>
                <a:ea typeface="Malgun Gothic" pitchFamily="34" charset="-122"/>
                <a:cs typeface="Malgun Gothic" pitchFamily="34" charset="-120"/>
              </a:rPr>
              <a:t> 기록: </a:t>
            </a:r>
            <a:r>
              <a:rPr lang="en-US" sz="1350" dirty="0">
                <a:solidFill>
                  <a:srgbClr val="FFFFFF"/>
                </a:solidFill>
                <a:latin typeface="Malgun Gothic" pitchFamily="34" charset="0"/>
                <a:ea typeface="Malgun Gothic" pitchFamily="34" charset="-122"/>
                <a:cs typeface="Malgun Gothic" pitchFamily="34" charset="-120"/>
              </a:rPr>
              <a:t>어느 단계가 몇 초, 몇 토큰을 썼는지 남김. 오늘의 로그 접두어와 마지막 줄 통계가 가장 단순한 형태. 현업에서는 추적(tracing) 도구로 수집</a:t>
            </a:r>
            <a:endParaRPr lang="en-US" sz="1350" dirty="0"/>
          </a:p>
          <a:p>
            <a:pPr marL="228600" indent="-228600" algn="l">
              <a:lnSpc>
                <a:spcPct val="135000"/>
              </a:lnSpc>
              <a:spcAft>
                <a:spcPts val="700"/>
              </a:spcAft>
              <a:buSzPct val="100000"/>
              <a:buChar char="•"/>
            </a:pPr>
            <a:r>
              <a:rPr lang="en-US" sz="1350" b="1" dirty="0">
                <a:solidFill>
                  <a:srgbClr val="FFD733"/>
                </a:solidFill>
                <a:latin typeface="Malgun Gothic" pitchFamily="34" charset="0"/>
                <a:ea typeface="Malgun Gothic" pitchFamily="34" charset="-122"/>
                <a:cs typeface="Malgun Gothic" pitchFamily="34" charset="-120"/>
              </a:rPr>
              <a:t>판정기의 신뢰도도 측정 대상: </a:t>
            </a:r>
            <a:r>
              <a:rPr lang="en-US" sz="1350" dirty="0">
                <a:solidFill>
                  <a:srgbClr val="FFFFFF"/>
                </a:solidFill>
                <a:latin typeface="Malgun Gothic" pitchFamily="34" charset="0"/>
                <a:ea typeface="Malgun Gothic" pitchFamily="34" charset="-122"/>
                <a:cs typeface="Malgun Gothic" pitchFamily="34" charset="-120"/>
              </a:rPr>
              <a:t>근거 검증을 LLM에게 맡겼으므로, 그 판정이 사람의 판정과 얼마나 일치하는지 </a:t>
            </a:r>
            <a:r>
              <a:rPr lang="en-US" sz="1350" dirty="0" err="1">
                <a:solidFill>
                  <a:srgbClr val="FFFFFF"/>
                </a:solidFill>
                <a:latin typeface="Malgun Gothic" pitchFamily="34" charset="0"/>
                <a:ea typeface="Malgun Gothic" pitchFamily="34" charset="-122"/>
                <a:cs typeface="Malgun Gothic" pitchFamily="34" charset="-120"/>
              </a:rPr>
              <a:t>확인해야</a:t>
            </a:r>
            <a:r>
              <a:rPr lang="en-US" sz="1350" dirty="0">
                <a:solidFill>
                  <a:srgbClr val="FFFFFF"/>
                </a:solidFill>
                <a:latin typeface="Malgun Gothic" pitchFamily="34" charset="0"/>
                <a:ea typeface="Malgun Gothic" pitchFamily="34" charset="-122"/>
                <a:cs typeface="Malgun Gothic" pitchFamily="34" charset="-120"/>
              </a:rPr>
              <a:t> 함</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3877</Words>
  <Application>Microsoft Office PowerPoint</Application>
  <PresentationFormat>와이드스크린</PresentationFormat>
  <Paragraphs>346</Paragraphs>
  <Slides>27</Slides>
  <Notes>27</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27</vt:i4>
      </vt:variant>
    </vt:vector>
  </HeadingPairs>
  <TitlesOfParts>
    <vt:vector size="33" baseType="lpstr">
      <vt:lpstr>Malgun Gothic</vt:lpstr>
      <vt:lpstr>Malgun Gothic</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4강 에이전틱 RAG</dc:title>
  <dc:subject>PptxGenJS Presentation</dc:subject>
  <dc:creator>PptxGenJS</dc:creator>
  <cp:lastModifiedBy>think</cp:lastModifiedBy>
  <cp:revision>1</cp:revision>
  <dcterms:created xsi:type="dcterms:W3CDTF">2026-09-19T00:57:28Z</dcterms:created>
  <dcterms:modified xsi:type="dcterms:W3CDTF">2026-09-20T14:29:20Z</dcterms:modified>
</cp:coreProperties>
</file>