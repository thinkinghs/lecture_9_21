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81" r:id="rId2"/>
    <p:sldId id="336" r:id="rId3"/>
    <p:sldId id="282" r:id="rId4"/>
    <p:sldId id="284" r:id="rId5"/>
    <p:sldId id="285" r:id="rId6"/>
    <p:sldId id="286" r:id="rId7"/>
    <p:sldId id="287" r:id="rId8"/>
    <p:sldId id="289" r:id="rId9"/>
    <p:sldId id="290" r:id="rId10"/>
    <p:sldId id="292" r:id="rId11"/>
    <p:sldId id="293" r:id="rId12"/>
    <p:sldId id="295" r:id="rId13"/>
    <p:sldId id="296" r:id="rId14"/>
    <p:sldId id="297" r:id="rId15"/>
    <p:sldId id="298" r:id="rId16"/>
    <p:sldId id="335" r:id="rId17"/>
    <p:sldId id="301" r:id="rId18"/>
    <p:sldId id="300" r:id="rId1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D7104D-7B36-4C2B-9F6B-224DCCD09C0E}" type="datetimeFigureOut">
              <a:rPr lang="ko-KR" altLang="en-US" smtClean="0"/>
              <a:t>2026-09-20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FD51F-130B-479C-88B0-23745BDD842C}" type="slidenum">
              <a:rPr lang="ko-KR" altLang="en-US" smtClean="0"/>
              <a:t>‹#›</a:t>
            </a:fld>
            <a:endParaRPr lang="ko-KR" altLang="en-US"/>
          </a:p>
        </p:txBody>
      </p:sp>
    </p:spTree>
    <p:extLst>
      <p:ext uri="{BB962C8B-B14F-4D97-AF65-F5344CB8AC3E}">
        <p14:creationId xmlns:p14="http://schemas.microsoft.com/office/powerpoint/2010/main" val="15145049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B4522-055C-374E-308F-904D3A39B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BD9EA-7A5E-6893-8EC8-BB5DB49B0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988A6-87DB-D66D-41AF-39AD006B67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2A1318-BEDA-F0D1-293E-CC561F8F52C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65531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E4DF97-F579-2FBF-42C9-00F7DED7067A}"/>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7514D0F-0B7A-5B65-6284-BFE3DF4CDC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9D4C215B-5CE2-560F-484A-92323F319201}"/>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5" name="바닥글 개체 틀 4">
            <a:extLst>
              <a:ext uri="{FF2B5EF4-FFF2-40B4-BE49-F238E27FC236}">
                <a16:creationId xmlns:a16="http://schemas.microsoft.com/office/drawing/2014/main" id="{E696B910-4C68-F908-6CE7-25AE98E7699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94FCFF2-B9DA-AB67-525D-6C34A1902B6E}"/>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3714001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FE55103-A3F1-8458-C6EE-30CDC319F6A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E1332CA-CFEA-0375-E890-F83CC84EF98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8EBF39E-0B07-72F3-785E-C20B9C2FCE6C}"/>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5" name="바닥글 개체 틀 4">
            <a:extLst>
              <a:ext uri="{FF2B5EF4-FFF2-40B4-BE49-F238E27FC236}">
                <a16:creationId xmlns:a16="http://schemas.microsoft.com/office/drawing/2014/main" id="{6CCF513A-B82F-CF29-3CDE-968AFFCD6F0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2855A8D-FF50-3DF7-3845-C0C5E96FAE4E}"/>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2679936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D1692B2-2681-DE30-1E90-4E71B841DB4B}"/>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69DA2E7E-C660-28CE-85F7-5F048C9AB4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478C19B-F829-C7A6-9485-FD6FD662202E}"/>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5" name="바닥글 개체 틀 4">
            <a:extLst>
              <a:ext uri="{FF2B5EF4-FFF2-40B4-BE49-F238E27FC236}">
                <a16:creationId xmlns:a16="http://schemas.microsoft.com/office/drawing/2014/main" id="{F71B1A1B-C421-DE5A-442F-88CBD26C772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C4ACBC-3FCA-4240-B66B-9142BCCCE012}"/>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2705247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629BCA-E405-C886-D2D4-579B6335B53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631883D-3936-82A0-DC1F-BB30E9EE2770}"/>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5CC7D85-6A17-51D2-679A-87CE350178B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A8425A-09E8-30EF-5107-6D3CECADA141}"/>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6" name="바닥글 개체 틀 5">
            <a:extLst>
              <a:ext uri="{FF2B5EF4-FFF2-40B4-BE49-F238E27FC236}">
                <a16:creationId xmlns:a16="http://schemas.microsoft.com/office/drawing/2014/main" id="{EF0BEE93-75C2-40BE-67B4-C161CAC2F16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7C7EEC5-72B6-895B-5980-78928C871FA3}"/>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2624764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BDD5DF8-0495-E7E8-037E-0EC59D8268C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07BA3ABF-62BD-5535-ADA8-9E6FE4FF69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F626294-9D5A-C87E-8E9F-EDFC1CEB5A5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F2DC817E-8A95-0797-50A7-8E42449B16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B78A8946-FA4B-FB57-DD5F-331A575D0D32}"/>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C02677E-2414-A882-5AF5-B1BC95E0C4C3}"/>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8" name="바닥글 개체 틀 7">
            <a:extLst>
              <a:ext uri="{FF2B5EF4-FFF2-40B4-BE49-F238E27FC236}">
                <a16:creationId xmlns:a16="http://schemas.microsoft.com/office/drawing/2014/main" id="{5A34CA61-B934-2433-55F9-9E60329CC69D}"/>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B8DBFAB-9881-5403-C546-222C4FCD457A}"/>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240322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13EC783-C43F-FAE6-D85F-07693D7D57B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3575177D-D0B9-7CAF-56CD-845070C32256}"/>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4" name="바닥글 개체 틀 3">
            <a:extLst>
              <a:ext uri="{FF2B5EF4-FFF2-40B4-BE49-F238E27FC236}">
                <a16:creationId xmlns:a16="http://schemas.microsoft.com/office/drawing/2014/main" id="{E22F46AA-010D-10AB-2D9A-C5FB2D57DE04}"/>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AA9BC54D-879F-0893-A475-600F37B64A4C}"/>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2774330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0A7FC1B-F381-FBB0-FAB4-5E14BFE76B2C}"/>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3" name="바닥글 개체 틀 2">
            <a:extLst>
              <a:ext uri="{FF2B5EF4-FFF2-40B4-BE49-F238E27FC236}">
                <a16:creationId xmlns:a16="http://schemas.microsoft.com/office/drawing/2014/main" id="{12E37186-1F68-4DBF-ADCB-1D2D8E8DA01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4CF35B31-72B6-CA17-39F6-82F4AFC1C496}"/>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3521071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398A00-1A94-DE13-ECBE-38EB2F7B748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E76C41CF-7A3C-82A6-984E-7DD9A8C405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9089A21A-F841-B980-F9D2-C558173EC8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653AD01-4FF7-A799-81A9-405909ED1276}"/>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6" name="바닥글 개체 틀 5">
            <a:extLst>
              <a:ext uri="{FF2B5EF4-FFF2-40B4-BE49-F238E27FC236}">
                <a16:creationId xmlns:a16="http://schemas.microsoft.com/office/drawing/2014/main" id="{FDCF550A-4563-9AEA-07B1-F049B31B3ED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EE7CF3F-CC0C-CEDD-4126-238DF0712696}"/>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1727551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BFD923-977B-A3F3-5B76-29EE3B596A7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066B44D4-E14E-F4DA-256D-CF8A3DBBA4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13671A09-880C-1B74-E422-1A98AFDCD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8EA02FD-0524-0EF2-741B-027DFA251D8A}"/>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6" name="바닥글 개체 틀 5">
            <a:extLst>
              <a:ext uri="{FF2B5EF4-FFF2-40B4-BE49-F238E27FC236}">
                <a16:creationId xmlns:a16="http://schemas.microsoft.com/office/drawing/2014/main" id="{A3C64392-1578-644B-B7FD-261E792C6A4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90C5AD3-8F5C-54D6-4720-0CC271D8AC77}"/>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2299970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4091F1-DD7A-60CD-BAC1-C9BB62564B12}"/>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61057C44-CE6D-DF86-FBCD-13169FAD66B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2A8A96-EFE8-79AF-43D1-74D1D909F7C1}"/>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5" name="바닥글 개체 틀 4">
            <a:extLst>
              <a:ext uri="{FF2B5EF4-FFF2-40B4-BE49-F238E27FC236}">
                <a16:creationId xmlns:a16="http://schemas.microsoft.com/office/drawing/2014/main" id="{5D8630E5-6D49-DD32-1243-2A5D8FC634A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F1EC957-7141-D123-542A-8AB3AD00B47C}"/>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347204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FC36FE66-BC30-BAEE-998E-C06B63A7CEB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CEA48D8-FE53-1A2F-341B-3B98F649CFB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4E0EEE9-8536-1454-E265-174F43B4488C}"/>
              </a:ext>
            </a:extLst>
          </p:cNvPr>
          <p:cNvSpPr>
            <a:spLocks noGrp="1"/>
          </p:cNvSpPr>
          <p:nvPr>
            <p:ph type="dt" sz="half" idx="10"/>
          </p:nvPr>
        </p:nvSpPr>
        <p:spPr/>
        <p:txBody>
          <a:bodyPr/>
          <a:lstStyle/>
          <a:p>
            <a:fld id="{0FBAE380-9301-4BD9-8846-91A7B444F7AD}" type="datetimeFigureOut">
              <a:rPr lang="ko-KR" altLang="en-US" smtClean="0"/>
              <a:t>2026-09-20</a:t>
            </a:fld>
            <a:endParaRPr lang="ko-KR" altLang="en-US"/>
          </a:p>
        </p:txBody>
      </p:sp>
      <p:sp>
        <p:nvSpPr>
          <p:cNvPr id="5" name="바닥글 개체 틀 4">
            <a:extLst>
              <a:ext uri="{FF2B5EF4-FFF2-40B4-BE49-F238E27FC236}">
                <a16:creationId xmlns:a16="http://schemas.microsoft.com/office/drawing/2014/main" id="{D206B31F-C258-CF44-4CDD-A55CEF00F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B1A27EB-EF6A-1457-59F9-C871A9BAA93C}"/>
              </a:ext>
            </a:extLst>
          </p:cNvPr>
          <p:cNvSpPr>
            <a:spLocks noGrp="1"/>
          </p:cNvSpPr>
          <p:nvPr>
            <p:ph type="sldNum" sz="quarter" idx="12"/>
          </p:nvPr>
        </p:nvSpPr>
        <p:spPr/>
        <p:txBody>
          <a:body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2185119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ARK">
    <p:bg>
      <p:bgPr>
        <a:solidFill>
          <a:srgbClr val="12121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960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852CBB2-CCD4-51C0-0750-3AD27DF3C6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9F74DA3-49F8-062C-CAAD-FA20DBFC1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F18BBC3-265C-9390-484B-7B4EFB161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BAE380-9301-4BD9-8846-91A7B444F7AD}" type="datetimeFigureOut">
              <a:rPr lang="ko-KR" altLang="en-US" smtClean="0"/>
              <a:t>2026-09-20</a:t>
            </a:fld>
            <a:endParaRPr lang="ko-KR" altLang="en-US"/>
          </a:p>
        </p:txBody>
      </p:sp>
      <p:sp>
        <p:nvSpPr>
          <p:cNvPr id="5" name="바닥글 개체 틀 4">
            <a:extLst>
              <a:ext uri="{FF2B5EF4-FFF2-40B4-BE49-F238E27FC236}">
                <a16:creationId xmlns:a16="http://schemas.microsoft.com/office/drawing/2014/main" id="{4AE446FA-1F52-88A7-9D09-D494077610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97D71C4B-8E08-1102-5ABA-8B4D1CE8D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A918AD-DEC3-499B-883C-3E209B0EB772}" type="slidenum">
              <a:rPr lang="ko-KR" altLang="en-US" smtClean="0"/>
              <a:t>‹#›</a:t>
            </a:fld>
            <a:endParaRPr lang="ko-KR" altLang="en-US"/>
          </a:p>
        </p:txBody>
      </p:sp>
    </p:spTree>
    <p:extLst>
      <p:ext uri="{BB962C8B-B14F-4D97-AF65-F5344CB8AC3E}">
        <p14:creationId xmlns:p14="http://schemas.microsoft.com/office/powerpoint/2010/main" val="4185686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822960" y="2743200"/>
            <a:ext cx="10515600" cy="914400"/>
          </a:xfrm>
          <a:prstGeom prst="rect">
            <a:avLst/>
          </a:prstGeom>
          <a:noFill/>
          <a:ln/>
        </p:spPr>
        <p:txBody>
          <a:bodyPr wrap="square" lIns="0" tIns="0" rIns="0" bIns="0" rtlCol="0" anchor="ctr"/>
          <a:lstStyle/>
          <a:p>
            <a:pPr marL="0" indent="0" algn="ctr">
              <a:buNone/>
            </a:pPr>
            <a:r>
              <a:rPr lang="ko-KR" altLang="en-US" sz="4000" b="1" dirty="0" err="1">
                <a:solidFill>
                  <a:srgbClr val="FFFFFF"/>
                </a:solidFill>
                <a:latin typeface="Malgun Gothic" pitchFamily="34" charset="0"/>
                <a:ea typeface="Malgun Gothic" pitchFamily="34" charset="-122"/>
                <a:cs typeface="Malgun Gothic" pitchFamily="34" charset="-120"/>
              </a:rPr>
              <a:t>청킹할</a:t>
            </a:r>
            <a:r>
              <a:rPr lang="en-US" sz="4000" b="1" dirty="0">
                <a:solidFill>
                  <a:srgbClr val="FFFFFF"/>
                </a:solidFill>
                <a:latin typeface="Malgun Gothic" pitchFamily="34" charset="0"/>
                <a:ea typeface="Malgun Gothic" pitchFamily="34" charset="-122"/>
                <a:cs typeface="Malgun Gothic" pitchFamily="34" charset="-120"/>
              </a:rPr>
              <a:t> 때 </a:t>
            </a:r>
            <a:r>
              <a:rPr lang="en-US" sz="4000" b="1" dirty="0" err="1">
                <a:solidFill>
                  <a:srgbClr val="FFFFFF"/>
                </a:solidFill>
                <a:latin typeface="Malgun Gothic" pitchFamily="34" charset="0"/>
                <a:ea typeface="Malgun Gothic" pitchFamily="34" charset="-122"/>
                <a:cs typeface="Malgun Gothic" pitchFamily="34" charset="-120"/>
              </a:rPr>
              <a:t>정보</a:t>
            </a:r>
            <a:r>
              <a:rPr lang="en-US" sz="4000" b="1" dirty="0">
                <a:solidFill>
                  <a:srgbClr val="FFFFFF"/>
                </a:solidFill>
                <a:latin typeface="Malgun Gothic" pitchFamily="34" charset="0"/>
                <a:ea typeface="Malgun Gothic" pitchFamily="34" charset="-122"/>
                <a:cs typeface="Malgun Gothic" pitchFamily="34" charset="-120"/>
              </a:rPr>
              <a:t> </a:t>
            </a:r>
            <a:r>
              <a:rPr lang="ko-KR" altLang="en-US" sz="4000" b="1" dirty="0">
                <a:solidFill>
                  <a:srgbClr val="FFFFFF"/>
                </a:solidFill>
                <a:latin typeface="Malgun Gothic" pitchFamily="34" charset="0"/>
                <a:ea typeface="Malgun Gothic" pitchFamily="34" charset="-122"/>
                <a:cs typeface="Malgun Gothic" pitchFamily="34" charset="-120"/>
              </a:rPr>
              <a:t>사라지는 이슈와</a:t>
            </a:r>
            <a:r>
              <a:rPr lang="en-US" sz="4000" b="1" dirty="0">
                <a:solidFill>
                  <a:srgbClr val="FFFFFF"/>
                </a:solidFill>
                <a:latin typeface="Malgun Gothic" pitchFamily="34" charset="0"/>
                <a:ea typeface="Malgun Gothic" pitchFamily="34" charset="-122"/>
                <a:cs typeface="Malgun Gothic" pitchFamily="34" charset="-120"/>
              </a:rPr>
              <a:t> </a:t>
            </a:r>
            <a:r>
              <a:rPr lang="ko-KR" altLang="en-US" sz="4000" b="1" dirty="0">
                <a:solidFill>
                  <a:srgbClr val="FFFFFF"/>
                </a:solidFill>
                <a:latin typeface="Malgun Gothic" pitchFamily="34" charset="0"/>
                <a:ea typeface="Malgun Gothic" pitchFamily="34" charset="-122"/>
                <a:cs typeface="Malgun Gothic" pitchFamily="34" charset="-120"/>
              </a:rPr>
              <a:t>보완</a:t>
            </a:r>
            <a:r>
              <a:rPr lang="en-US" sz="4000" b="1" dirty="0">
                <a:solidFill>
                  <a:srgbClr val="FFFFFF"/>
                </a:solidFill>
                <a:latin typeface="Malgun Gothic" pitchFamily="34" charset="0"/>
                <a:ea typeface="Malgun Gothic" pitchFamily="34" charset="-122"/>
                <a:cs typeface="Malgun Gothic" pitchFamily="34" charset="-120"/>
              </a:rPr>
              <a:t> </a:t>
            </a:r>
            <a:r>
              <a:rPr lang="ko-KR" altLang="en-US" sz="4000" b="1" dirty="0">
                <a:solidFill>
                  <a:srgbClr val="FFFFFF"/>
                </a:solidFill>
                <a:latin typeface="Malgun Gothic" pitchFamily="34" charset="0"/>
                <a:ea typeface="Malgun Gothic" pitchFamily="34" charset="-122"/>
                <a:cs typeface="Malgun Gothic" pitchFamily="34" charset="-120"/>
              </a:rPr>
              <a:t>방법</a:t>
            </a:r>
            <a:endParaRPr lang="en-US" sz="4000" dirty="0"/>
          </a:p>
        </p:txBody>
      </p:sp>
      <p:sp>
        <p:nvSpPr>
          <p:cNvPr id="5" name="Shape 3"/>
          <p:cNvSpPr/>
          <p:nvPr/>
        </p:nvSpPr>
        <p:spPr>
          <a:xfrm>
            <a:off x="5394960" y="3703320"/>
            <a:ext cx="1371600" cy="0"/>
          </a:xfrm>
          <a:prstGeom prst="line">
            <a:avLst/>
          </a:prstGeom>
          <a:noFill/>
          <a:ln w="19050">
            <a:solidFill>
              <a:srgbClr val="FFD7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11A8C-F4CF-078C-1365-88E81646C7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9C560DC-24B7-B5E8-5663-474D8F9FF5E1}"/>
              </a:ext>
            </a:extLst>
          </p:cNvPr>
          <p:cNvSpPr txBox="1"/>
          <p:nvPr/>
        </p:nvSpPr>
        <p:spPr>
          <a:xfrm>
            <a:off x="640080" y="411480"/>
            <a:ext cx="10881360" cy="731520"/>
          </a:xfrm>
          <a:prstGeom prst="rect">
            <a:avLst/>
          </a:prstGeom>
          <a:noFill/>
          <a:ln/>
        </p:spPr>
        <p:txBody>
          <a:bodyPr wrap="square" lIns="0" tIns="0" rIns="0" bIns="0" rtlCol="0" anchor="ctr"/>
          <a:lstStyle/>
          <a:p>
            <a:pPr marL="0" indent="0">
              <a:buNone/>
            </a:pPr>
            <a:r>
              <a:rPr lang="ko-KR" altLang="en-US" sz="2800" b="1" dirty="0">
                <a:solidFill>
                  <a:srgbClr val="FFFFFF"/>
                </a:solidFill>
                <a:latin typeface="Malgun Gothic" pitchFamily="34" charset="0"/>
                <a:ea typeface="Malgun Gothic" pitchFamily="34" charset="-122"/>
              </a:rPr>
              <a:t>실습 미리 돌려두기</a:t>
            </a:r>
            <a:endParaRPr lang="en-US" sz="2800" dirty="0"/>
          </a:p>
        </p:txBody>
      </p:sp>
      <p:sp>
        <p:nvSpPr>
          <p:cNvPr id="3" name="Text 1">
            <a:extLst>
              <a:ext uri="{FF2B5EF4-FFF2-40B4-BE49-F238E27FC236}">
                <a16:creationId xmlns:a16="http://schemas.microsoft.com/office/drawing/2014/main" id="{0D8B682D-6F86-C03F-5E60-EC2973215549}"/>
              </a:ext>
            </a:extLst>
          </p:cNvPr>
          <p:cNvSpPr txBox="1"/>
          <p:nvPr/>
        </p:nvSpPr>
        <p:spPr>
          <a:xfrm>
            <a:off x="640080" y="1371599"/>
            <a:ext cx="10881360" cy="1005837"/>
          </a:xfrm>
          <a:prstGeom prst="rect">
            <a:avLst/>
          </a:prstGeom>
          <a:noFill/>
          <a:ln/>
        </p:spPr>
        <p:txBody>
          <a:bodyPr wrap="square" lIns="0" tIns="0" rIns="0" bIns="0" rtlCol="0" anchor="t"/>
          <a:lstStyle/>
          <a:p>
            <a:pPr marL="285750" indent="-285750" algn="l">
              <a:lnSpc>
                <a:spcPct val="150000"/>
              </a:lnSpc>
              <a:buFont typeface="Arial" panose="020B0604020202020204" pitchFamily="34" charset="0"/>
              <a:buChar char="•"/>
            </a:pPr>
            <a:r>
              <a:rPr lang="ko-KR" altLang="en-US" sz="1500" dirty="0">
                <a:solidFill>
                  <a:srgbClr val="FFFFFF"/>
                </a:solidFill>
                <a:latin typeface="Malgun Gothic" pitchFamily="34" charset="0"/>
                <a:ea typeface="Malgun Gothic" pitchFamily="34" charset="-122"/>
                <a:cs typeface="Malgun Gothic" pitchFamily="34" charset="-120"/>
              </a:rPr>
              <a:t>실습</a:t>
            </a:r>
            <a:r>
              <a:rPr lang="en-US" sz="1500" dirty="0">
                <a:solidFill>
                  <a:srgbClr val="FFFFFF"/>
                </a:solidFill>
                <a:latin typeface="Malgun Gothic" pitchFamily="34" charset="0"/>
                <a:ea typeface="Malgun Gothic" pitchFamily="34" charset="-122"/>
                <a:cs typeface="Malgun Gothic" pitchFamily="34" charset="-120"/>
              </a:rPr>
              <a:t> </a:t>
            </a:r>
            <a:r>
              <a:rPr lang="ko-KR" altLang="en-US" sz="1500" dirty="0">
                <a:solidFill>
                  <a:srgbClr val="FFFFFF"/>
                </a:solidFill>
                <a:latin typeface="Malgun Gothic" pitchFamily="34" charset="0"/>
                <a:ea typeface="Malgun Gothic" pitchFamily="34" charset="-122"/>
                <a:cs typeface="Malgun Gothic" pitchFamily="34" charset="-120"/>
              </a:rPr>
              <a:t>프롬프트 </a:t>
            </a:r>
            <a:endParaRPr lang="en-US" sz="1500" dirty="0"/>
          </a:p>
        </p:txBody>
      </p:sp>
    </p:spTree>
    <p:extLst>
      <p:ext uri="{BB962C8B-B14F-4D97-AF65-F5344CB8AC3E}">
        <p14:creationId xmlns:p14="http://schemas.microsoft.com/office/powerpoint/2010/main" val="3971639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핵심 정리 — </a:t>
            </a:r>
            <a:r>
              <a:rPr lang="ko-KR" altLang="en-US" sz="2800" b="1" dirty="0" err="1">
                <a:solidFill>
                  <a:srgbClr val="FFFFFF"/>
                </a:solidFill>
                <a:latin typeface="Malgun Gothic" pitchFamily="34" charset="0"/>
                <a:ea typeface="Malgun Gothic" pitchFamily="34" charset="-122"/>
                <a:cs typeface="Malgun Gothic" pitchFamily="34" charset="-120"/>
              </a:rPr>
              <a:t>청크</a:t>
            </a:r>
            <a:r>
              <a:rPr lang="ko-KR" alt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분할로</a:t>
            </a:r>
            <a:r>
              <a:rPr 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사라지는</a:t>
            </a:r>
            <a:r>
              <a:rPr 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정보</a:t>
            </a:r>
            <a:r>
              <a:rPr lang="en-US"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이슈</a:t>
            </a:r>
            <a:endParaRPr lang="en-US" sz="2800" dirty="0"/>
          </a:p>
        </p:txBody>
      </p:sp>
      <p:sp>
        <p:nvSpPr>
          <p:cNvPr id="3" name="Text 1"/>
          <p:cNvSpPr txBox="1"/>
          <p:nvPr/>
        </p:nvSpPr>
        <p:spPr>
          <a:xfrm>
            <a:off x="640080" y="1463040"/>
            <a:ext cx="5303520" cy="274320"/>
          </a:xfrm>
          <a:prstGeom prst="rect">
            <a:avLst/>
          </a:prstGeom>
          <a:noFill/>
          <a:ln/>
        </p:spPr>
        <p:txBody>
          <a:bodyPr wrap="square" lIns="0" tIns="0" rIns="0" bIns="0" rtlCol="0" anchor="ctr"/>
          <a:lstStyle/>
          <a:p>
            <a:pPr marL="0" indent="0" algn="l">
              <a:buNone/>
            </a:pPr>
            <a:r>
              <a:rPr lang="ko-KR" altLang="en-US" sz="1100" b="1" kern="0" spc="200" dirty="0">
                <a:solidFill>
                  <a:srgbClr val="FFD733"/>
                </a:solidFill>
                <a:latin typeface="Malgun Gothic" pitchFamily="34" charset="0"/>
                <a:ea typeface="Malgun Gothic" pitchFamily="34" charset="-122"/>
                <a:cs typeface="Malgun Gothic" pitchFamily="34" charset="-120"/>
              </a:rPr>
              <a:t>전체 </a:t>
            </a:r>
            <a:r>
              <a:rPr lang="en-US" sz="1100" b="1" kern="0" spc="200" dirty="0" err="1">
                <a:solidFill>
                  <a:srgbClr val="FFD733"/>
                </a:solidFill>
                <a:latin typeface="Malgun Gothic" pitchFamily="34" charset="0"/>
                <a:ea typeface="Malgun Gothic" pitchFamily="34" charset="-122"/>
                <a:cs typeface="Malgun Gothic" pitchFamily="34" charset="-120"/>
              </a:rPr>
              <a:t>원문</a:t>
            </a:r>
            <a:endParaRPr lang="en-US" sz="1100" dirty="0"/>
          </a:p>
        </p:txBody>
      </p:sp>
      <p:sp>
        <p:nvSpPr>
          <p:cNvPr id="4" name="Shape 2"/>
          <p:cNvSpPr/>
          <p:nvPr/>
        </p:nvSpPr>
        <p:spPr>
          <a:xfrm>
            <a:off x="640080" y="1783080"/>
            <a:ext cx="5303520" cy="2103120"/>
          </a:xfrm>
          <a:prstGeom prst="rect">
            <a:avLst/>
          </a:prstGeom>
          <a:solidFill>
            <a:srgbClr val="191914"/>
          </a:solidFill>
          <a:ln w="9525">
            <a:solidFill>
              <a:srgbClr val="3C3C3C"/>
            </a:solidFill>
            <a:prstDash val="solid"/>
          </a:ln>
        </p:spPr>
      </p:sp>
      <p:sp>
        <p:nvSpPr>
          <p:cNvPr id="5" name="Text 3"/>
          <p:cNvSpPr txBox="1"/>
          <p:nvPr/>
        </p:nvSpPr>
        <p:spPr>
          <a:xfrm>
            <a:off x="822960" y="1920240"/>
            <a:ext cx="4937760" cy="1828800"/>
          </a:xfrm>
          <a:prstGeom prst="rect">
            <a:avLst/>
          </a:prstGeom>
          <a:noFill/>
          <a:ln/>
        </p:spPr>
        <p:txBody>
          <a:bodyPr wrap="square" lIns="0" tIns="0" rIns="0" bIns="0" rtlCol="0" anchor="t"/>
          <a:lstStyle/>
          <a:p>
            <a:pPr marL="0" indent="0">
              <a:lnSpc>
                <a:spcPct val="155000"/>
              </a:lnSpc>
              <a:buNone/>
            </a:pPr>
            <a:r>
              <a:rPr lang="en-US" sz="1400" dirty="0">
                <a:solidFill>
                  <a:srgbClr val="FFFFFF"/>
                </a:solidFill>
                <a:latin typeface="Malgun Gothic" pitchFamily="34" charset="0"/>
                <a:ea typeface="Malgun Gothic" pitchFamily="34" charset="-122"/>
                <a:cs typeface="Malgun Gothic" pitchFamily="34" charset="-120"/>
              </a:rPr>
              <a:t>본 논문은 다국어 검색을 위한 대조 학습 기법 </a:t>
            </a:r>
            <a:r>
              <a:rPr lang="en-US" sz="1400" b="1" dirty="0">
                <a:solidFill>
                  <a:srgbClr val="FFD733"/>
                </a:solidFill>
                <a:latin typeface="Malgun Gothic" pitchFamily="34" charset="0"/>
                <a:ea typeface="Malgun Gothic" pitchFamily="34" charset="-122"/>
                <a:cs typeface="Malgun Gothic" pitchFamily="34" charset="-120"/>
              </a:rPr>
              <a:t>M3-Contrast</a:t>
            </a:r>
            <a:r>
              <a:rPr lang="en-US" sz="1400" dirty="0">
                <a:solidFill>
                  <a:srgbClr val="FFFFFF"/>
                </a:solidFill>
                <a:latin typeface="Malgun Gothic" pitchFamily="34" charset="0"/>
                <a:ea typeface="Malgun Gothic" pitchFamily="34" charset="-122"/>
                <a:cs typeface="Malgun Gothic" pitchFamily="34" charset="-120"/>
              </a:rPr>
              <a:t>를 제안한다.</a:t>
            </a:r>
            <a:endParaRPr lang="en-US" sz="1400" dirty="0"/>
          </a:p>
          <a:p>
            <a:pPr marL="0" indent="0">
              <a:lnSpc>
                <a:spcPct val="155000"/>
              </a:lnSpc>
              <a:buNone/>
            </a:pPr>
            <a:r>
              <a:rPr lang="en-US" sz="1300" dirty="0">
                <a:solidFill>
                  <a:srgbClr val="FFFFFF"/>
                </a:solidFill>
                <a:latin typeface="Malgun Gothic" pitchFamily="34" charset="0"/>
                <a:ea typeface="Malgun Gothic" pitchFamily="34" charset="-122"/>
                <a:cs typeface="Malgun Gothic" pitchFamily="34" charset="-120"/>
              </a:rPr>
              <a:t>(… 2페이지 </a:t>
            </a:r>
            <a:r>
              <a:rPr lang="en-US" sz="1300" dirty="0" err="1">
                <a:solidFill>
                  <a:srgbClr val="FFFFFF"/>
                </a:solidFill>
                <a:latin typeface="Malgun Gothic" pitchFamily="34" charset="0"/>
                <a:ea typeface="Malgun Gothic" pitchFamily="34" charset="-122"/>
                <a:cs typeface="Malgun Gothic" pitchFamily="34" charset="-120"/>
              </a:rPr>
              <a:t>분량의</a:t>
            </a:r>
            <a:r>
              <a:rPr lang="en-US"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상당한</a:t>
            </a:r>
            <a:r>
              <a:rPr lang="en-US" sz="1300" dirty="0">
                <a:solidFill>
                  <a:srgbClr val="FFFFFF"/>
                </a:solidFill>
                <a:latin typeface="Malgun Gothic" pitchFamily="34" charset="0"/>
                <a:ea typeface="Malgun Gothic" pitchFamily="34" charset="-122"/>
                <a:cs typeface="Malgun Gothic" pitchFamily="34" charset="-120"/>
              </a:rPr>
              <a:t> </a:t>
            </a:r>
            <a:r>
              <a:rPr lang="en-US" sz="1300" dirty="0" err="1">
                <a:solidFill>
                  <a:srgbClr val="FFFFFF"/>
                </a:solidFill>
                <a:latin typeface="Malgun Gothic" pitchFamily="34" charset="0"/>
                <a:ea typeface="Malgun Gothic" pitchFamily="34" charset="-122"/>
                <a:cs typeface="Malgun Gothic" pitchFamily="34" charset="-120"/>
              </a:rPr>
              <a:t>설명</a:t>
            </a:r>
            <a:r>
              <a:rPr lang="ko-KR" altLang="en-US" sz="1300" dirty="0">
                <a:solidFill>
                  <a:srgbClr val="FFFFFF"/>
                </a:solidFill>
                <a:latin typeface="Malgun Gothic" pitchFamily="34" charset="0"/>
                <a:ea typeface="Malgun Gothic" pitchFamily="34" charset="-122"/>
                <a:cs typeface="Malgun Gothic" pitchFamily="34" charset="-120"/>
              </a:rPr>
              <a:t>이 지난 후</a:t>
            </a:r>
            <a:r>
              <a:rPr lang="en-US" sz="1300" dirty="0">
                <a:solidFill>
                  <a:srgbClr val="FFFFFF"/>
                </a:solidFill>
                <a:latin typeface="Malgun Gothic" pitchFamily="34" charset="0"/>
                <a:ea typeface="Malgun Gothic" pitchFamily="34" charset="-122"/>
                <a:cs typeface="Malgun Gothic" pitchFamily="34" charset="-120"/>
              </a:rPr>
              <a:t> …)</a:t>
            </a:r>
            <a:endParaRPr lang="en-US" sz="1400" dirty="0"/>
          </a:p>
          <a:p>
            <a:pPr marL="0" indent="0">
              <a:lnSpc>
                <a:spcPct val="155000"/>
              </a:lnSpc>
              <a:buNone/>
            </a:pPr>
            <a:r>
              <a:rPr lang="en-US" sz="1400" dirty="0">
                <a:solidFill>
                  <a:srgbClr val="FFFFFF"/>
                </a:solidFill>
                <a:latin typeface="Malgun Gothic" pitchFamily="34" charset="0"/>
                <a:ea typeface="Malgun Gothic" pitchFamily="34" charset="-122"/>
                <a:cs typeface="Malgun Gothic" pitchFamily="34" charset="-120"/>
              </a:rPr>
              <a:t>표 3에서 보듯 </a:t>
            </a:r>
            <a:r>
              <a:rPr lang="en-US" sz="1400" b="1" dirty="0">
                <a:solidFill>
                  <a:srgbClr val="FFFFFF"/>
                </a:solidFill>
                <a:latin typeface="Malgun Gothic" pitchFamily="34" charset="0"/>
                <a:ea typeface="Malgun Gothic" pitchFamily="34" charset="-122"/>
                <a:cs typeface="Malgun Gothic" pitchFamily="34" charset="-120"/>
              </a:rPr>
              <a:t>이 방법은 기존 대비 3.2% 향상</a:t>
            </a:r>
            <a:r>
              <a:rPr lang="en-US" sz="1400" dirty="0">
                <a:solidFill>
                  <a:srgbClr val="FFFFFF"/>
                </a:solidFill>
                <a:latin typeface="Malgun Gothic" pitchFamily="34" charset="0"/>
                <a:ea typeface="Malgun Gothic" pitchFamily="34" charset="-122"/>
                <a:cs typeface="Malgun Gothic" pitchFamily="34" charset="-120"/>
              </a:rPr>
              <a:t>되었다.</a:t>
            </a:r>
            <a:endParaRPr lang="en-US" sz="1400" dirty="0"/>
          </a:p>
        </p:txBody>
      </p:sp>
      <p:sp>
        <p:nvSpPr>
          <p:cNvPr id="6" name="Shape 4"/>
          <p:cNvSpPr/>
          <p:nvPr/>
        </p:nvSpPr>
        <p:spPr>
          <a:xfrm>
            <a:off x="5989320" y="2834640"/>
            <a:ext cx="228600" cy="0"/>
          </a:xfrm>
          <a:prstGeom prst="line">
            <a:avLst/>
          </a:prstGeom>
          <a:noFill/>
          <a:ln w="22225">
            <a:solidFill>
              <a:srgbClr val="FFD733"/>
            </a:solidFill>
            <a:prstDash val="solid"/>
            <a:tailEnd type="triangle"/>
          </a:ln>
        </p:spPr>
      </p:sp>
      <p:sp>
        <p:nvSpPr>
          <p:cNvPr id="7" name="Text 5"/>
          <p:cNvSpPr txBox="1"/>
          <p:nvPr/>
        </p:nvSpPr>
        <p:spPr>
          <a:xfrm>
            <a:off x="6263640" y="1463040"/>
            <a:ext cx="5303520" cy="274320"/>
          </a:xfrm>
          <a:prstGeom prst="rect">
            <a:avLst/>
          </a:prstGeom>
          <a:noFill/>
          <a:ln/>
        </p:spPr>
        <p:txBody>
          <a:bodyPr wrap="square" lIns="0" tIns="0" rIns="0" bIns="0" rtlCol="0" anchor="ctr"/>
          <a:lstStyle/>
          <a:p>
            <a:pPr marL="0" indent="0" algn="l">
              <a:buNone/>
            </a:pPr>
            <a:r>
              <a:rPr lang="en-US" sz="1100" b="1" kern="0" spc="200" dirty="0">
                <a:solidFill>
                  <a:srgbClr val="FFD733"/>
                </a:solidFill>
                <a:latin typeface="Malgun Gothic" pitchFamily="34" charset="0"/>
                <a:ea typeface="Malgun Gothic" pitchFamily="34" charset="-122"/>
                <a:cs typeface="Malgun Gothic" pitchFamily="34" charset="-120"/>
              </a:rPr>
              <a:t>분할 후 (청크 #742)</a:t>
            </a:r>
            <a:endParaRPr lang="en-US" sz="1100" dirty="0"/>
          </a:p>
        </p:txBody>
      </p:sp>
      <p:sp>
        <p:nvSpPr>
          <p:cNvPr id="8" name="Shape 6"/>
          <p:cNvSpPr/>
          <p:nvPr/>
        </p:nvSpPr>
        <p:spPr>
          <a:xfrm>
            <a:off x="6263640" y="1783080"/>
            <a:ext cx="5257800" cy="2103120"/>
          </a:xfrm>
          <a:prstGeom prst="rect">
            <a:avLst/>
          </a:prstGeom>
          <a:solidFill>
            <a:srgbClr val="191914"/>
          </a:solidFill>
          <a:ln w="9525">
            <a:solidFill>
              <a:srgbClr val="3C3C3C"/>
            </a:solidFill>
            <a:prstDash val="solid"/>
          </a:ln>
        </p:spPr>
      </p:sp>
      <p:sp>
        <p:nvSpPr>
          <p:cNvPr id="9" name="Text 7"/>
          <p:cNvSpPr txBox="1"/>
          <p:nvPr/>
        </p:nvSpPr>
        <p:spPr>
          <a:xfrm>
            <a:off x="6446520" y="1920240"/>
            <a:ext cx="4892040" cy="1828800"/>
          </a:xfrm>
          <a:prstGeom prst="rect">
            <a:avLst/>
          </a:prstGeom>
          <a:noFill/>
          <a:ln/>
        </p:spPr>
        <p:txBody>
          <a:bodyPr wrap="square" lIns="0" tIns="0" rIns="0" bIns="0" rtlCol="0" anchor="t"/>
          <a:lstStyle/>
          <a:p>
            <a:pPr marL="0" indent="0">
              <a:lnSpc>
                <a:spcPct val="155000"/>
              </a:lnSpc>
              <a:buNone/>
            </a:pPr>
            <a:r>
              <a:rPr lang="en-US" sz="1400" dirty="0">
                <a:solidFill>
                  <a:srgbClr val="FFFFFF"/>
                </a:solidFill>
                <a:latin typeface="Malgun Gothic" pitchFamily="34" charset="0"/>
                <a:ea typeface="Malgun Gothic" pitchFamily="34" charset="-122"/>
                <a:cs typeface="Malgun Gothic" pitchFamily="34" charset="-120"/>
              </a:rPr>
              <a:t>표 3에서 보듯 이 방법은 기존 대비 3.2% 향상되었다.</a:t>
            </a:r>
            <a:endParaRPr lang="en-US" sz="1400" dirty="0"/>
          </a:p>
          <a:p>
            <a:pPr marL="0" indent="0">
              <a:lnSpc>
                <a:spcPct val="155000"/>
              </a:lnSpc>
              <a:buNone/>
            </a:pPr>
            <a:r>
              <a:rPr lang="en-US" sz="1400" dirty="0">
                <a:solidFill>
                  <a:srgbClr val="FFFFFF"/>
                </a:solidFill>
                <a:latin typeface="Malgun Gothic" pitchFamily="34" charset="0"/>
                <a:ea typeface="Malgun Gothic" pitchFamily="34" charset="-122"/>
                <a:cs typeface="Malgun Gothic" pitchFamily="34" charset="-120"/>
              </a:rPr>
              <a:t>특히 저자원 언어에서 효과가 컸다. …</a:t>
            </a:r>
            <a:endParaRPr lang="en-US" sz="1400" dirty="0"/>
          </a:p>
          <a:p>
            <a:pPr marL="0" indent="0">
              <a:lnSpc>
                <a:spcPct val="155000"/>
              </a:lnSpc>
              <a:buNone/>
            </a:pPr>
            <a:r>
              <a:rPr lang="en-US" sz="1250" dirty="0">
                <a:solidFill>
                  <a:srgbClr val="FF7B7B"/>
                </a:solidFill>
                <a:latin typeface="Malgun Gothic" pitchFamily="34" charset="0"/>
                <a:ea typeface="Malgun Gothic" pitchFamily="34" charset="-122"/>
                <a:cs typeface="Malgun Gothic" pitchFamily="34" charset="-120"/>
              </a:rPr>
              <a:t>→ '이 방법'의 대상, 비교 기준, 출처 논문이 청크 안에 없음</a:t>
            </a:r>
            <a:endParaRPr lang="en-US" sz="1400" dirty="0"/>
          </a:p>
        </p:txBody>
      </p:sp>
      <p:sp>
        <p:nvSpPr>
          <p:cNvPr id="10" name="Text 8"/>
          <p:cNvSpPr txBox="1"/>
          <p:nvPr/>
        </p:nvSpPr>
        <p:spPr>
          <a:xfrm>
            <a:off x="640080" y="4206239"/>
            <a:ext cx="10881360" cy="1999821"/>
          </a:xfrm>
          <a:prstGeom prst="rect">
            <a:avLst/>
          </a:prstGeom>
          <a:noFill/>
          <a:ln/>
        </p:spPr>
        <p:txBody>
          <a:bodyPr wrap="square" lIns="0" tIns="0" rIns="0" bIns="0" rtlCol="0" anchor="t"/>
          <a:lstStyle/>
          <a:p>
            <a:pPr marL="228600" indent="-228600">
              <a:lnSpc>
                <a:spcPct val="150000"/>
              </a:lnSpc>
              <a:spcAft>
                <a:spcPts val="400"/>
              </a:spcAft>
              <a:buSzPct val="100000"/>
              <a:buChar char="•"/>
            </a:pPr>
            <a:r>
              <a:rPr lang="ko-KR" altLang="en-US" sz="1500" dirty="0">
                <a:solidFill>
                  <a:schemeClr val="bg1"/>
                </a:solidFill>
                <a:latin typeface="Malgun Gothic" pitchFamily="34" charset="0"/>
                <a:ea typeface="Malgun Gothic" pitchFamily="34" charset="-122"/>
                <a:cs typeface="Malgun Gothic" pitchFamily="34" charset="-120"/>
              </a:rPr>
              <a:t>전체 원문은 전체 내용이 다 있으니 ‘이 방법’ 같은 지시대명사가 무엇을 의미하는지 알 수 있음</a:t>
            </a:r>
            <a:endParaRPr lang="en-US" altLang="ko-KR" sz="1500" dirty="0">
              <a:solidFill>
                <a:schemeClr val="bg1"/>
              </a:solidFill>
              <a:latin typeface="Malgun Gothic" pitchFamily="34" charset="0"/>
              <a:ea typeface="Malgun Gothic" pitchFamily="34" charset="-122"/>
              <a:cs typeface="Malgun Gothic" pitchFamily="34" charset="-120"/>
            </a:endParaRPr>
          </a:p>
          <a:p>
            <a:pPr marL="228600" indent="-228600">
              <a:lnSpc>
                <a:spcPct val="150000"/>
              </a:lnSpc>
              <a:spcAft>
                <a:spcPts val="400"/>
              </a:spcAft>
              <a:buSzPct val="100000"/>
              <a:buChar char="•"/>
            </a:pPr>
            <a:r>
              <a:rPr lang="ko-KR" altLang="en-US" sz="1500" dirty="0">
                <a:solidFill>
                  <a:schemeClr val="bg1"/>
                </a:solidFill>
                <a:latin typeface="Malgun Gothic" pitchFamily="34" charset="0"/>
                <a:ea typeface="Malgun Gothic" pitchFamily="34" charset="-122"/>
                <a:cs typeface="Malgun Gothic" pitchFamily="34" charset="-120"/>
              </a:rPr>
              <a:t>그러나 원문을 쪼갠 </a:t>
            </a:r>
            <a:r>
              <a:rPr lang="en-US" sz="1500" dirty="0" err="1">
                <a:solidFill>
                  <a:schemeClr val="bg1"/>
                </a:solidFill>
                <a:latin typeface="Malgun Gothic" pitchFamily="34" charset="0"/>
                <a:ea typeface="Malgun Gothic" pitchFamily="34" charset="-122"/>
                <a:cs typeface="Malgun Gothic" pitchFamily="34" charset="-120"/>
              </a:rPr>
              <a:t>청크</a:t>
            </a:r>
            <a:r>
              <a:rPr lang="en-US" sz="1500" dirty="0">
                <a:solidFill>
                  <a:schemeClr val="bg1"/>
                </a:solidFill>
                <a:latin typeface="Malgun Gothic" pitchFamily="34" charset="0"/>
                <a:ea typeface="Malgun Gothic" pitchFamily="34" charset="-122"/>
                <a:cs typeface="Malgun Gothic" pitchFamily="34" charset="-120"/>
              </a:rPr>
              <a:t> #742 </a:t>
            </a:r>
            <a:r>
              <a:rPr lang="en-US" sz="1500" dirty="0" err="1">
                <a:solidFill>
                  <a:schemeClr val="bg1"/>
                </a:solidFill>
                <a:latin typeface="Malgun Gothic" pitchFamily="34" charset="0"/>
                <a:ea typeface="Malgun Gothic" pitchFamily="34" charset="-122"/>
                <a:cs typeface="Malgun Gothic" pitchFamily="34" charset="-120"/>
              </a:rPr>
              <a:t>안에는</a:t>
            </a:r>
            <a:r>
              <a:rPr lang="en-US" sz="1500" dirty="0">
                <a:solidFill>
                  <a:schemeClr val="bg1"/>
                </a:solidFill>
                <a:latin typeface="Malgun Gothic" pitchFamily="34" charset="0"/>
                <a:ea typeface="Malgun Gothic" pitchFamily="34" charset="-122"/>
                <a:cs typeface="Malgun Gothic" pitchFamily="34" charset="-120"/>
              </a:rPr>
              <a:t> </a:t>
            </a:r>
            <a:r>
              <a:rPr lang="ko-KR" altLang="en-US" sz="1500" dirty="0">
                <a:solidFill>
                  <a:schemeClr val="bg1"/>
                </a:solidFill>
                <a:latin typeface="Malgun Gothic" pitchFamily="34" charset="0"/>
                <a:ea typeface="Malgun Gothic" pitchFamily="34" charset="-122"/>
                <a:cs typeface="Malgun Gothic" pitchFamily="34" charset="-120"/>
              </a:rPr>
              <a:t>내용이</a:t>
            </a:r>
            <a:r>
              <a:rPr lang="en-US" sz="1500" dirty="0">
                <a:solidFill>
                  <a:schemeClr val="bg1"/>
                </a:solidFill>
                <a:latin typeface="Malgun Gothic" pitchFamily="34" charset="0"/>
                <a:ea typeface="Malgun Gothic" pitchFamily="34" charset="-122"/>
                <a:cs typeface="Malgun Gothic" pitchFamily="34" charset="-120"/>
              </a:rPr>
              <a:t> 들어 있지 않음</a:t>
            </a:r>
            <a:endParaRPr lang="en-US" sz="1500" dirty="0">
              <a:solidFill>
                <a:schemeClr val="bg1"/>
              </a:solidFill>
            </a:endParaRPr>
          </a:p>
          <a:p>
            <a:pPr marL="228600" indent="-228600">
              <a:lnSpc>
                <a:spcPct val="150000"/>
              </a:lnSpc>
              <a:spcAft>
                <a:spcPts val="400"/>
              </a:spcAft>
              <a:buSzPct val="100000"/>
              <a:buChar char="•"/>
            </a:pPr>
            <a:r>
              <a:rPr lang="en-US" sz="1500" dirty="0">
                <a:solidFill>
                  <a:schemeClr val="bg1"/>
                </a:solidFill>
                <a:latin typeface="Malgun Gothic" pitchFamily="34" charset="0"/>
                <a:ea typeface="Malgun Gothic" pitchFamily="34" charset="-122"/>
                <a:cs typeface="Malgun Gothic" pitchFamily="34" charset="-120"/>
              </a:rPr>
              <a:t>어떤 방식으로 자르든 생기는 손실. </a:t>
            </a:r>
          </a:p>
          <a:p>
            <a:pPr marL="228600" indent="-228600">
              <a:lnSpc>
                <a:spcPct val="150000"/>
              </a:lnSpc>
              <a:spcAft>
                <a:spcPts val="400"/>
              </a:spcAft>
              <a:buSzPct val="100000"/>
              <a:buChar char="•"/>
            </a:pPr>
            <a:r>
              <a:rPr lang="en-US" sz="1500" dirty="0" err="1">
                <a:solidFill>
                  <a:schemeClr val="bg1"/>
                </a:solidFill>
                <a:latin typeface="Malgun Gothic" pitchFamily="34" charset="0"/>
                <a:ea typeface="Malgun Gothic" pitchFamily="34" charset="-122"/>
                <a:cs typeface="Malgun Gothic" pitchFamily="34" charset="-120"/>
              </a:rPr>
              <a:t>문단</a:t>
            </a:r>
            <a:r>
              <a:rPr lang="en-US" sz="1500" dirty="0">
                <a:solidFill>
                  <a:schemeClr val="bg1"/>
                </a:solidFill>
                <a:latin typeface="Malgun Gothic" pitchFamily="34" charset="0"/>
                <a:ea typeface="Malgun Gothic" pitchFamily="34" charset="-122"/>
                <a:cs typeface="Malgun Gothic" pitchFamily="34" charset="-120"/>
              </a:rPr>
              <a:t> 1개 </a:t>
            </a:r>
            <a:r>
              <a:rPr lang="en-US" sz="1500" dirty="0" err="1">
                <a:solidFill>
                  <a:schemeClr val="bg1"/>
                </a:solidFill>
                <a:latin typeface="Malgun Gothic" pitchFamily="34" charset="0"/>
                <a:ea typeface="Malgun Gothic" pitchFamily="34" charset="-122"/>
                <a:cs typeface="Malgun Gothic" pitchFamily="34" charset="-120"/>
              </a:rPr>
              <a:t>오버랩으로도</a:t>
            </a:r>
            <a:r>
              <a:rPr lang="en-US" sz="1500" dirty="0">
                <a:solidFill>
                  <a:schemeClr val="bg1"/>
                </a:solidFill>
                <a:latin typeface="Malgun Gothic" pitchFamily="34" charset="0"/>
                <a:ea typeface="Malgun Gothic" pitchFamily="34" charset="-122"/>
                <a:cs typeface="Malgun Gothic" pitchFamily="34" charset="-120"/>
              </a:rPr>
              <a:t> </a:t>
            </a:r>
            <a:r>
              <a:rPr lang="ko-KR" altLang="en-US" sz="1500" dirty="0">
                <a:solidFill>
                  <a:schemeClr val="bg1"/>
                </a:solidFill>
                <a:latin typeface="Malgun Gothic" pitchFamily="34" charset="0"/>
                <a:ea typeface="Malgun Gothic" pitchFamily="34" charset="-122"/>
                <a:cs typeface="Malgun Gothic" pitchFamily="34" charset="-120"/>
              </a:rPr>
              <a:t>위의 예시처럼 지시 대명사가 상당히 앞 부분인 </a:t>
            </a:r>
            <a:r>
              <a:rPr lang="en-US" sz="1500" dirty="0">
                <a:solidFill>
                  <a:schemeClr val="bg1"/>
                </a:solidFill>
                <a:latin typeface="Malgun Gothic" pitchFamily="34" charset="0"/>
                <a:ea typeface="Malgun Gothic" pitchFamily="34" charset="-122"/>
                <a:cs typeface="Malgun Gothic" pitchFamily="34" charset="-120"/>
              </a:rPr>
              <a:t>2페이지 앞</a:t>
            </a:r>
            <a:r>
              <a:rPr lang="ko-KR" altLang="en-US" sz="1500" dirty="0">
                <a:solidFill>
                  <a:schemeClr val="bg1"/>
                </a:solidFill>
                <a:latin typeface="Malgun Gothic" pitchFamily="34" charset="0"/>
                <a:ea typeface="Malgun Gothic" pitchFamily="34" charset="-122"/>
                <a:cs typeface="Malgun Gothic" pitchFamily="34" charset="-120"/>
              </a:rPr>
              <a:t>을 가리킨다면</a:t>
            </a:r>
            <a:r>
              <a:rPr lang="en-US" altLang="ko-KR" sz="1500" dirty="0">
                <a:solidFill>
                  <a:schemeClr val="bg1"/>
                </a:solidFill>
                <a:latin typeface="Malgun Gothic" pitchFamily="34" charset="0"/>
                <a:ea typeface="Malgun Gothic" pitchFamily="34" charset="-122"/>
                <a:cs typeface="Malgun Gothic" pitchFamily="34" charset="-120"/>
              </a:rPr>
              <a:t>,</a:t>
            </a:r>
            <a:r>
              <a:rPr lang="en-US" sz="1500" dirty="0">
                <a:solidFill>
                  <a:schemeClr val="bg1"/>
                </a:solidFill>
                <a:latin typeface="Malgun Gothic" pitchFamily="34" charset="0"/>
                <a:ea typeface="Malgun Gothic" pitchFamily="34" charset="-122"/>
                <a:cs typeface="Malgun Gothic" pitchFamily="34" charset="-120"/>
              </a:rPr>
              <a:t> </a:t>
            </a:r>
            <a:r>
              <a:rPr lang="ko-KR" altLang="en-US" sz="1500" dirty="0">
                <a:solidFill>
                  <a:schemeClr val="bg1"/>
                </a:solidFill>
                <a:latin typeface="Malgun Gothic" pitchFamily="34" charset="0"/>
                <a:ea typeface="Malgun Gothic" pitchFamily="34" charset="-122"/>
                <a:cs typeface="Malgun Gothic" pitchFamily="34" charset="-120"/>
              </a:rPr>
              <a:t>무엇을 의미하는지 알 수 없음</a:t>
            </a:r>
            <a:endParaRPr lang="en-US" sz="15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보완 ① 메타데이터¹ 접두어 (실습 채택, 추가 비용 거의 없음)</a:t>
            </a:r>
            <a:endParaRPr lang="en-US" sz="2800" dirty="0"/>
          </a:p>
        </p:txBody>
      </p:sp>
      <p:sp>
        <p:nvSpPr>
          <p:cNvPr id="3" name="Text 1"/>
          <p:cNvSpPr txBox="1"/>
          <p:nvPr/>
        </p:nvSpPr>
        <p:spPr>
          <a:xfrm>
            <a:off x="640080" y="1097280"/>
            <a:ext cx="10881360" cy="411480"/>
          </a:xfrm>
          <a:prstGeom prst="rect">
            <a:avLst/>
          </a:prstGeom>
          <a:noFill/>
          <a:ln/>
        </p:spPr>
        <p:txBody>
          <a:bodyPr wrap="square" lIns="0" tIns="0" rIns="0" bIns="0" rtlCol="0" anchor="t"/>
          <a:lstStyle/>
          <a:p>
            <a:pPr marL="0" indent="0">
              <a:buNone/>
            </a:pPr>
            <a:r>
              <a:rPr lang="en-US" sz="1400" dirty="0">
                <a:solidFill>
                  <a:srgbClr val="FFFFFF"/>
                </a:solidFill>
                <a:latin typeface="Malgun Gothic" pitchFamily="34" charset="0"/>
                <a:ea typeface="Malgun Gothic" pitchFamily="34" charset="-122"/>
                <a:cs typeface="Malgun Gothic" pitchFamily="34" charset="-120"/>
              </a:rPr>
              <a:t>각 청크 앞에 [문서명 | p.쪽] 을 붙여 저장하고, 그 상태 그대로 임베딩함. 출처 문자열이 검색 대상 글에 포함된다는 점이 핵심</a:t>
            </a:r>
            <a:endParaRPr lang="en-US" sz="1400" dirty="0"/>
          </a:p>
        </p:txBody>
      </p:sp>
      <p:sp>
        <p:nvSpPr>
          <p:cNvPr id="4" name="Shape 2"/>
          <p:cNvSpPr/>
          <p:nvPr/>
        </p:nvSpPr>
        <p:spPr>
          <a:xfrm>
            <a:off x="640080" y="1874520"/>
            <a:ext cx="10881360" cy="1645920"/>
          </a:xfrm>
          <a:prstGeom prst="rect">
            <a:avLst/>
          </a:prstGeom>
          <a:solidFill>
            <a:srgbClr val="191914"/>
          </a:solidFill>
          <a:ln w="9525">
            <a:solidFill>
              <a:srgbClr val="3C3C3C"/>
            </a:solidFill>
            <a:prstDash val="solid"/>
          </a:ln>
        </p:spPr>
      </p:sp>
      <p:sp>
        <p:nvSpPr>
          <p:cNvPr id="5" name="Text 3"/>
          <p:cNvSpPr txBox="1"/>
          <p:nvPr/>
        </p:nvSpPr>
        <p:spPr>
          <a:xfrm>
            <a:off x="822960" y="2011680"/>
            <a:ext cx="10515600" cy="1371600"/>
          </a:xfrm>
          <a:prstGeom prst="rect">
            <a:avLst/>
          </a:prstGeom>
          <a:noFill/>
          <a:ln/>
        </p:spPr>
        <p:txBody>
          <a:bodyPr wrap="square" lIns="0" tIns="0" rIns="0" bIns="0" rtlCol="0" anchor="t"/>
          <a:lstStyle/>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{"id": 742, "doc": "chen2024_m3contrast.pdf", "page": 7,</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 "text": "</a:t>
            </a:r>
            <a:r>
              <a:rPr lang="en-US" sz="1300" b="1" dirty="0">
                <a:solidFill>
                  <a:srgbClr val="FFD733"/>
                </a:solidFill>
                <a:latin typeface="Consolas" pitchFamily="34" charset="0"/>
                <a:ea typeface="Consolas" pitchFamily="34" charset="-122"/>
                <a:cs typeface="Consolas" pitchFamily="34" charset="-120"/>
              </a:rPr>
              <a:t>[chen2024_m3contrast.pdf | p.7]</a:t>
            </a:r>
            <a:r>
              <a:rPr lang="en-US" sz="1300" dirty="0">
                <a:solidFill>
                  <a:srgbClr val="FFFFFF"/>
                </a:solidFill>
                <a:latin typeface="Consolas" pitchFamily="34" charset="0"/>
                <a:ea typeface="Consolas" pitchFamily="34" charset="-122"/>
                <a:cs typeface="Consolas" pitchFamily="34" charset="-120"/>
              </a:rPr>
              <a:t> 표 3에서 보듯 이 방법은</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          기존 대비 3.2% 향상되었다. 특히 저자원 언어에서 …"}</a:t>
            </a:r>
            <a:endParaRPr lang="en-US" sz="1300" dirty="0"/>
          </a:p>
        </p:txBody>
      </p:sp>
      <p:sp>
        <p:nvSpPr>
          <p:cNvPr id="6" name="Shape 4"/>
          <p:cNvSpPr/>
          <p:nvPr/>
        </p:nvSpPr>
        <p:spPr>
          <a:xfrm>
            <a:off x="640080" y="3794760"/>
            <a:ext cx="5257800" cy="1828800"/>
          </a:xfrm>
          <a:prstGeom prst="roundRect">
            <a:avLst>
              <a:gd name="adj" fmla="val 4000"/>
            </a:avLst>
          </a:prstGeom>
          <a:solidFill>
            <a:srgbClr val="262626"/>
          </a:solidFill>
          <a:ln w="19050">
            <a:solidFill>
              <a:srgbClr val="FFD733"/>
            </a:solidFill>
            <a:prstDash val="solid"/>
          </a:ln>
        </p:spPr>
      </p:sp>
      <p:sp>
        <p:nvSpPr>
          <p:cNvPr id="7" name="Text 5"/>
          <p:cNvSpPr txBox="1"/>
          <p:nvPr/>
        </p:nvSpPr>
        <p:spPr>
          <a:xfrm>
            <a:off x="777240" y="3904488"/>
            <a:ext cx="4983480" cy="411480"/>
          </a:xfrm>
          <a:prstGeom prst="rect">
            <a:avLst/>
          </a:prstGeom>
          <a:noFill/>
          <a:ln/>
        </p:spPr>
        <p:txBody>
          <a:bodyPr wrap="square" lIns="0" tIns="0" rIns="0" bIns="0" rtlCol="0" anchor="ctr"/>
          <a:lstStyle/>
          <a:p>
            <a:pPr marL="0" indent="0" algn="ctr">
              <a:buNone/>
            </a:pPr>
            <a:r>
              <a:rPr lang="en-US" sz="1500" b="1" dirty="0">
                <a:solidFill>
                  <a:srgbClr val="FFD733"/>
                </a:solidFill>
                <a:latin typeface="Malgun Gothic" pitchFamily="34" charset="0"/>
                <a:ea typeface="Malgun Gothic" pitchFamily="34" charset="-122"/>
                <a:cs typeface="Malgun Gothic" pitchFamily="34" charset="-120"/>
              </a:rPr>
              <a:t>추가 비용이 </a:t>
            </a:r>
            <a:r>
              <a:rPr lang="en-US" sz="1500" b="1" dirty="0" err="1">
                <a:solidFill>
                  <a:srgbClr val="FFD733"/>
                </a:solidFill>
                <a:latin typeface="Malgun Gothic" pitchFamily="34" charset="0"/>
                <a:ea typeface="Malgun Gothic" pitchFamily="34" charset="-122"/>
                <a:cs typeface="Malgun Gothic" pitchFamily="34" charset="-120"/>
              </a:rPr>
              <a:t>거의</a:t>
            </a:r>
            <a:r>
              <a:rPr lang="en-US" sz="1500" b="1" dirty="0">
                <a:solidFill>
                  <a:srgbClr val="FFD733"/>
                </a:solidFill>
                <a:latin typeface="Malgun Gothic" pitchFamily="34" charset="0"/>
                <a:ea typeface="Malgun Gothic" pitchFamily="34" charset="-122"/>
                <a:cs typeface="Malgun Gothic" pitchFamily="34" charset="-120"/>
              </a:rPr>
              <a:t> 없</a:t>
            </a:r>
            <a:r>
              <a:rPr lang="ko-KR" altLang="en-US" sz="1500" b="1" dirty="0">
                <a:solidFill>
                  <a:srgbClr val="FFD733"/>
                </a:solidFill>
                <a:latin typeface="Malgun Gothic" pitchFamily="34" charset="0"/>
                <a:ea typeface="Malgun Gothic" pitchFamily="34" charset="-122"/>
                <a:cs typeface="Malgun Gothic" pitchFamily="34" charset="-120"/>
              </a:rPr>
              <a:t>음</a:t>
            </a:r>
            <a:endParaRPr lang="en-US" sz="1500" dirty="0"/>
          </a:p>
        </p:txBody>
      </p:sp>
      <p:sp>
        <p:nvSpPr>
          <p:cNvPr id="8" name="Text 6"/>
          <p:cNvSpPr txBox="1"/>
          <p:nvPr/>
        </p:nvSpPr>
        <p:spPr>
          <a:xfrm>
            <a:off x="777240" y="4343400"/>
            <a:ext cx="4983480" cy="1188720"/>
          </a:xfrm>
          <a:prstGeom prst="rect">
            <a:avLst/>
          </a:prstGeom>
          <a:noFill/>
          <a:ln/>
        </p:spPr>
        <p:txBody>
          <a:bodyPr wrap="square" lIns="0" tIns="0" rIns="0" bIns="0" rtlCol="0" anchor="t"/>
          <a:lstStyle/>
          <a:p>
            <a:pPr marL="0" indent="0" algn="ctr">
              <a:lnSpc>
                <a:spcPct val="135000"/>
              </a:lnSpc>
              <a:buNone/>
            </a:pPr>
            <a:r>
              <a:rPr lang="en-US" sz="1350" dirty="0">
                <a:solidFill>
                  <a:srgbClr val="FFFFFF"/>
                </a:solidFill>
                <a:latin typeface="Malgun Gothic" pitchFamily="34" charset="0"/>
                <a:ea typeface="Malgun Gothic" pitchFamily="34" charset="-122"/>
                <a:cs typeface="Malgun Gothic" pitchFamily="34" charset="-120"/>
              </a:rPr>
              <a:t>파싱할 때 이미 아는 문서명과 쪽번호를 글자로 덧붙이기만 함. AI 모델을 따로 부르지 않고, 늘어나는 것은 청크마다 수십 자뿐</a:t>
            </a:r>
            <a:endParaRPr lang="en-US" sz="1350" dirty="0"/>
          </a:p>
        </p:txBody>
      </p:sp>
      <p:sp>
        <p:nvSpPr>
          <p:cNvPr id="9" name="Shape 7"/>
          <p:cNvSpPr/>
          <p:nvPr/>
        </p:nvSpPr>
        <p:spPr>
          <a:xfrm>
            <a:off x="6263640" y="3794760"/>
            <a:ext cx="5257800" cy="1828800"/>
          </a:xfrm>
          <a:prstGeom prst="roundRect">
            <a:avLst>
              <a:gd name="adj" fmla="val 4000"/>
            </a:avLst>
          </a:prstGeom>
          <a:solidFill>
            <a:srgbClr val="1D1D1D"/>
          </a:solidFill>
          <a:ln w="9525">
            <a:solidFill>
              <a:srgbClr val="3C3C3C"/>
            </a:solidFill>
            <a:prstDash val="solid"/>
          </a:ln>
        </p:spPr>
      </p:sp>
      <p:sp>
        <p:nvSpPr>
          <p:cNvPr id="10" name="Text 8"/>
          <p:cNvSpPr txBox="1"/>
          <p:nvPr/>
        </p:nvSpPr>
        <p:spPr>
          <a:xfrm>
            <a:off x="6400800" y="3904488"/>
            <a:ext cx="4983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얻는 효과</a:t>
            </a:r>
            <a:endParaRPr lang="en-US" sz="1500" dirty="0"/>
          </a:p>
        </p:txBody>
      </p:sp>
      <p:sp>
        <p:nvSpPr>
          <p:cNvPr id="11" name="Text 9"/>
          <p:cNvSpPr txBox="1"/>
          <p:nvPr/>
        </p:nvSpPr>
        <p:spPr>
          <a:xfrm>
            <a:off x="6400800" y="4343400"/>
            <a:ext cx="4983480" cy="1188720"/>
          </a:xfrm>
          <a:prstGeom prst="rect">
            <a:avLst/>
          </a:prstGeom>
          <a:noFill/>
          <a:ln/>
        </p:spPr>
        <p:txBody>
          <a:bodyPr wrap="square" lIns="0" tIns="0" rIns="0" bIns="0" rtlCol="0" anchor="t"/>
          <a:lstStyle/>
          <a:p>
            <a:pPr marL="0" indent="0" algn="ctr">
              <a:lnSpc>
                <a:spcPct val="135000"/>
              </a:lnSpc>
              <a:buNone/>
            </a:pPr>
            <a:r>
              <a:rPr lang="en-US" sz="1350" dirty="0">
                <a:solidFill>
                  <a:srgbClr val="FFFFFF"/>
                </a:solidFill>
                <a:latin typeface="Malgun Gothic" pitchFamily="34" charset="0"/>
                <a:ea typeface="Malgun Gothic" pitchFamily="34" charset="-122"/>
                <a:cs typeface="Malgun Gothic" pitchFamily="34" charset="-120"/>
              </a:rPr>
              <a:t>문서명에 들어 있는 저자·연도·기법 이름이 검색에 함께 걸리고, 검색 결과에 출처를 바로 붙일 수 있음</a:t>
            </a:r>
            <a:endParaRPr lang="en-US" sz="1350" dirty="0"/>
          </a:p>
        </p:txBody>
      </p:sp>
      <p:sp>
        <p:nvSpPr>
          <p:cNvPr id="12" name="Shape 10"/>
          <p:cNvSpPr/>
          <p:nvPr/>
        </p:nvSpPr>
        <p:spPr>
          <a:xfrm>
            <a:off x="640080" y="5943600"/>
            <a:ext cx="10881360" cy="0"/>
          </a:xfrm>
          <a:prstGeom prst="line">
            <a:avLst/>
          </a:prstGeom>
          <a:noFill/>
          <a:ln w="9525">
            <a:solidFill>
              <a:srgbClr val="8A7A2A"/>
            </a:solidFill>
            <a:prstDash val="solid"/>
          </a:ln>
        </p:spPr>
      </p:sp>
      <p:sp>
        <p:nvSpPr>
          <p:cNvPr id="13" name="Text 11"/>
          <p:cNvSpPr txBox="1"/>
          <p:nvPr/>
        </p:nvSpPr>
        <p:spPr>
          <a:xfrm>
            <a:off x="640080" y="6007608"/>
            <a:ext cx="10881360" cy="713232"/>
          </a:xfrm>
          <a:prstGeom prst="rect">
            <a:avLst/>
          </a:prstGeom>
          <a:noFill/>
          <a:ln/>
        </p:spPr>
        <p:txBody>
          <a:bodyPr wrap="square" lIns="0" tIns="0" rIns="0" bIns="0" rtlCol="0" anchor="t"/>
          <a:lstStyle/>
          <a:p>
            <a:pPr marL="0" indent="0">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¹ 메타데이터(metadata)</a:t>
            </a:r>
            <a:r>
              <a:rPr lang="en-US" sz="1050" dirty="0">
                <a:solidFill>
                  <a:srgbClr val="FFFFFF"/>
                </a:solidFill>
                <a:latin typeface="Malgun Gothic" pitchFamily="34" charset="0"/>
                <a:ea typeface="Malgun Gothic" pitchFamily="34" charset="-122"/>
                <a:cs typeface="Malgun Gothic" pitchFamily="34" charset="-120"/>
              </a:rPr>
              <a:t>  내용 자체가 아니라 그 내용에 대한 정보. 여기서는 청크의 출처 문서명과 쪽번호</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r>
              <a:rPr lang="en-US" sz="2800" b="1" dirty="0">
                <a:solidFill>
                  <a:srgbClr val="FFFFFF"/>
                </a:solidFill>
                <a:latin typeface="Malgun Gothic" pitchFamily="34" charset="0"/>
                <a:ea typeface="Malgun Gothic" pitchFamily="34" charset="-122"/>
                <a:cs typeface="Malgun Gothic" pitchFamily="34" charset="-120"/>
              </a:rPr>
              <a:t>보완 ① — </a:t>
            </a:r>
            <a:r>
              <a:rPr lang="en-US" altLang="ko-KR" sz="2800" b="1" dirty="0" err="1">
                <a:solidFill>
                  <a:srgbClr val="FFFFFF"/>
                </a:solidFill>
                <a:latin typeface="Malgun Gothic" pitchFamily="34" charset="0"/>
                <a:ea typeface="Malgun Gothic" pitchFamily="34" charset="-122"/>
                <a:cs typeface="Malgun Gothic" pitchFamily="34" charset="-120"/>
              </a:rPr>
              <a:t>메타데이터</a:t>
            </a:r>
            <a:r>
              <a:rPr lang="en-US" altLang="ko-KR" sz="2800" b="1" dirty="0">
                <a:solidFill>
                  <a:srgbClr val="FFFFFF"/>
                </a:solidFill>
                <a:latin typeface="Malgun Gothic" pitchFamily="34" charset="0"/>
                <a:ea typeface="Malgun Gothic" pitchFamily="34" charset="-122"/>
                <a:cs typeface="Malgun Gothic" pitchFamily="34" charset="-120"/>
              </a:rPr>
              <a:t> </a:t>
            </a:r>
            <a:r>
              <a:rPr lang="en-US" altLang="ko-KR" sz="2800" b="1" dirty="0" err="1">
                <a:solidFill>
                  <a:srgbClr val="FFFFFF"/>
                </a:solidFill>
                <a:latin typeface="Malgun Gothic" pitchFamily="34" charset="0"/>
                <a:ea typeface="Malgun Gothic" pitchFamily="34" charset="-122"/>
                <a:cs typeface="Malgun Gothic" pitchFamily="34" charset="-120"/>
              </a:rPr>
              <a:t>접두어</a:t>
            </a:r>
            <a:r>
              <a:rPr lang="en-US" altLang="ko-KR"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방법의</a:t>
            </a:r>
            <a:r>
              <a:rPr lang="en-US" altLang="ko-KR"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한계</a:t>
            </a:r>
            <a:endParaRPr lang="en-US" sz="2800" dirty="0"/>
          </a:p>
        </p:txBody>
      </p:sp>
      <p:sp>
        <p:nvSpPr>
          <p:cNvPr id="6" name="Shape 4"/>
          <p:cNvSpPr/>
          <p:nvPr/>
        </p:nvSpPr>
        <p:spPr>
          <a:xfrm>
            <a:off x="640080" y="1508760"/>
            <a:ext cx="5257800" cy="4023360"/>
          </a:xfrm>
          <a:prstGeom prst="roundRect">
            <a:avLst>
              <a:gd name="adj" fmla="val 1818"/>
            </a:avLst>
          </a:prstGeom>
          <a:solidFill>
            <a:srgbClr val="1D1D1D"/>
          </a:solidFill>
          <a:ln w="9525">
            <a:solidFill>
              <a:srgbClr val="3C3C3C"/>
            </a:solidFill>
            <a:prstDash val="solid"/>
          </a:ln>
        </p:spPr>
      </p:sp>
      <p:sp>
        <p:nvSpPr>
          <p:cNvPr id="7" name="Text 5"/>
          <p:cNvSpPr txBox="1"/>
          <p:nvPr/>
        </p:nvSpPr>
        <p:spPr>
          <a:xfrm>
            <a:off x="777240" y="1618488"/>
            <a:ext cx="4983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해결되지 않는 항목</a:t>
            </a:r>
            <a:endParaRPr lang="en-US" sz="1700" dirty="0"/>
          </a:p>
        </p:txBody>
      </p:sp>
      <p:sp>
        <p:nvSpPr>
          <p:cNvPr id="8" name="Text 6"/>
          <p:cNvSpPr txBox="1"/>
          <p:nvPr/>
        </p:nvSpPr>
        <p:spPr>
          <a:xfrm>
            <a:off x="914400" y="2194560"/>
            <a:ext cx="4754880" cy="3200400"/>
          </a:xfrm>
          <a:prstGeom prst="rect">
            <a:avLst/>
          </a:prstGeom>
          <a:noFill/>
          <a:ln/>
        </p:spPr>
        <p:txBody>
          <a:bodyPr wrap="square" lIns="0" tIns="0" rIns="0" bIns="0" rtlCol="0" anchor="t"/>
          <a:lstStyle/>
          <a:p>
            <a:pPr marL="228600" indent="-228600">
              <a:lnSpc>
                <a:spcPct val="150000"/>
              </a:lnSpc>
              <a:spcAft>
                <a:spcPts val="400"/>
              </a:spcAft>
              <a:buSzPct val="100000"/>
              <a:buChar char="•"/>
            </a:pPr>
            <a:r>
              <a:rPr lang="en-US" sz="1450" dirty="0">
                <a:solidFill>
                  <a:srgbClr val="FFFFFF"/>
                </a:solidFill>
                <a:latin typeface="Malgun Gothic" pitchFamily="34" charset="0"/>
                <a:ea typeface="Malgun Gothic" pitchFamily="34" charset="-122"/>
                <a:cs typeface="Malgun Gothic" pitchFamily="34" charset="-120"/>
              </a:rPr>
              <a:t>'이 방법'이 M3-Contrast라는 사실 자체는 청크에 추가되지 않음</a:t>
            </a:r>
            <a:endParaRPr lang="en-US" sz="1450" dirty="0"/>
          </a:p>
          <a:p>
            <a:pPr marL="228600" indent="-228600">
              <a:lnSpc>
                <a:spcPct val="150000"/>
              </a:lnSpc>
              <a:spcAft>
                <a:spcPts val="400"/>
              </a:spcAft>
              <a:buSzPct val="100000"/>
              <a:buChar char="•"/>
            </a:pPr>
            <a:r>
              <a:rPr lang="en-US" sz="1450" dirty="0">
                <a:solidFill>
                  <a:srgbClr val="FFFFFF"/>
                </a:solidFill>
                <a:latin typeface="Malgun Gothic" pitchFamily="34" charset="0"/>
                <a:ea typeface="Malgun Gothic" pitchFamily="34" charset="-122"/>
                <a:cs typeface="Malgun Gothic" pitchFamily="34" charset="-120"/>
              </a:rPr>
              <a:t>문서명이 paper_07.pdf 처럼 내용을 알 수 없는 이름이면 효과가 거의 없음</a:t>
            </a:r>
            <a:endParaRPr lang="en-US" sz="1450" dirty="0"/>
          </a:p>
          <a:p>
            <a:pPr marL="228600" indent="-228600">
              <a:lnSpc>
                <a:spcPct val="150000"/>
              </a:lnSpc>
              <a:spcAft>
                <a:spcPts val="400"/>
              </a:spcAft>
              <a:buSzPct val="100000"/>
              <a:buChar char="•"/>
            </a:pPr>
            <a:r>
              <a:rPr lang="en-US" sz="1450" dirty="0">
                <a:solidFill>
                  <a:srgbClr val="FFFFFF"/>
                </a:solidFill>
                <a:latin typeface="Malgun Gothic" pitchFamily="34" charset="0"/>
                <a:ea typeface="Malgun Gothic" pitchFamily="34" charset="-122"/>
                <a:cs typeface="Malgun Gothic" pitchFamily="34" charset="-120"/>
              </a:rPr>
              <a:t>앞 문단에서 정의한 줄임말이나 '그 결과' 같은 표현이 무엇을 가리키는지는 여전히 알 수 없음</a:t>
            </a:r>
            <a:endParaRPr lang="en-US" sz="1450" dirty="0"/>
          </a:p>
        </p:txBody>
      </p:sp>
      <p:sp>
        <p:nvSpPr>
          <p:cNvPr id="9" name="Text 7"/>
          <p:cNvSpPr txBox="1"/>
          <p:nvPr/>
        </p:nvSpPr>
        <p:spPr>
          <a:xfrm>
            <a:off x="640080" y="5715000"/>
            <a:ext cx="10881360" cy="457200"/>
          </a:xfrm>
          <a:prstGeom prst="rect">
            <a:avLst/>
          </a:prstGeom>
          <a:noFill/>
          <a:ln/>
        </p:spPr>
        <p:txBody>
          <a:bodyPr wrap="square" lIns="0" tIns="0" rIns="0" bIns="0" rtlCol="0" anchor="t"/>
          <a:lstStyle/>
          <a:p>
            <a:pPr marL="0" indent="0" algn="l">
              <a:lnSpc>
                <a:spcPct val="150000"/>
              </a:lnSpc>
              <a:buNone/>
            </a:pPr>
            <a:r>
              <a:rPr lang="en-US" sz="1400" b="1" dirty="0">
                <a:solidFill>
                  <a:srgbClr val="FFD733"/>
                </a:solidFill>
                <a:latin typeface="Malgun Gothic" pitchFamily="34" charset="0"/>
                <a:ea typeface="Malgun Gothic" pitchFamily="34" charset="-122"/>
                <a:cs typeface="Malgun Gothic" pitchFamily="34" charset="-120"/>
              </a:rPr>
              <a:t>→ 여기서 남는 손실을 줄이는 </a:t>
            </a:r>
            <a:r>
              <a:rPr lang="en-US" sz="1400" b="1" dirty="0" err="1">
                <a:solidFill>
                  <a:srgbClr val="FFD733"/>
                </a:solidFill>
                <a:latin typeface="Malgun Gothic" pitchFamily="34" charset="0"/>
                <a:ea typeface="Malgun Gothic" pitchFamily="34" charset="-122"/>
                <a:cs typeface="Malgun Gothic" pitchFamily="34" charset="-120"/>
              </a:rPr>
              <a:t>방법이</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다음</a:t>
            </a:r>
            <a:r>
              <a:rPr lang="en-US" sz="1400" b="1" dirty="0">
                <a:solidFill>
                  <a:srgbClr val="FFD733"/>
                </a:solidFill>
                <a:latin typeface="Malgun Gothic" pitchFamily="34" charset="0"/>
                <a:ea typeface="Malgun Gothic" pitchFamily="34" charset="-122"/>
                <a:cs typeface="Malgun Gothic" pitchFamily="34" charset="-120"/>
              </a:rPr>
              <a:t> </a:t>
            </a:r>
            <a:r>
              <a:rPr lang="ko-KR" altLang="en-US" sz="1400" b="1" dirty="0">
                <a:solidFill>
                  <a:srgbClr val="FFD733"/>
                </a:solidFill>
                <a:latin typeface="Malgun Gothic" pitchFamily="34" charset="0"/>
                <a:ea typeface="Malgun Gothic" pitchFamily="34" charset="-122"/>
                <a:cs typeface="Malgun Gothic" pitchFamily="34" charset="-120"/>
              </a:rPr>
              <a:t>슬라이드에서</a:t>
            </a:r>
            <a:r>
              <a:rPr lang="en-US" altLang="ko-KR" sz="1400" b="1" dirty="0">
                <a:solidFill>
                  <a:srgbClr val="FFD733"/>
                </a:solidFill>
                <a:latin typeface="Malgun Gothic" pitchFamily="34" charset="0"/>
                <a:ea typeface="Malgun Gothic" pitchFamily="34" charset="-122"/>
                <a:cs typeface="Malgun Gothic" pitchFamily="34" charset="-120"/>
              </a:rPr>
              <a:t> </a:t>
            </a:r>
            <a:r>
              <a:rPr lang="ko-KR" altLang="en-US" sz="1400" b="1" dirty="0">
                <a:solidFill>
                  <a:srgbClr val="FFD733"/>
                </a:solidFill>
                <a:latin typeface="Malgun Gothic" pitchFamily="34" charset="0"/>
                <a:ea typeface="Malgun Gothic" pitchFamily="34" charset="-122"/>
                <a:cs typeface="Malgun Gothic" pitchFamily="34" charset="-120"/>
              </a:rPr>
              <a:t>확인</a:t>
            </a:r>
            <a:r>
              <a:rPr lang="en-US" altLang="ko-KR" sz="1400" b="1" dirty="0">
                <a:solidFill>
                  <a:srgbClr val="FFD733"/>
                </a:solidFill>
                <a:latin typeface="Malgun Gothic" pitchFamily="34" charset="0"/>
                <a:ea typeface="Malgun Gothic" pitchFamily="34" charset="-122"/>
                <a:cs typeface="Malgun Gothic" pitchFamily="34" charset="-120"/>
              </a:rPr>
              <a:t>. </a:t>
            </a:r>
            <a:r>
              <a:rPr lang="ko-KR" altLang="en-US" sz="1400" b="1" dirty="0">
                <a:solidFill>
                  <a:srgbClr val="FFD733"/>
                </a:solidFill>
                <a:latin typeface="Malgun Gothic" pitchFamily="34" charset="0"/>
                <a:ea typeface="Malgun Gothic" pitchFamily="34" charset="-122"/>
                <a:cs typeface="Malgun Gothic" pitchFamily="34" charset="-120"/>
              </a:rPr>
              <a:t>다음 슬라이드 방법들은</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모두</a:t>
            </a:r>
            <a:r>
              <a:rPr lang="en-US" sz="1400" b="1" dirty="0">
                <a:solidFill>
                  <a:srgbClr val="FFD733"/>
                </a:solidFill>
                <a:latin typeface="Malgun Gothic" pitchFamily="34" charset="0"/>
                <a:ea typeface="Malgun Gothic" pitchFamily="34" charset="-122"/>
                <a:cs typeface="Malgun Gothic" pitchFamily="34" charset="-120"/>
              </a:rPr>
              <a:t> 실습 범위 밖이며 개념만 확인</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보완 ② 컨텍스추얼 리트리벌 — 문맥 설명문을 생성해 추가</a:t>
            </a:r>
            <a:endParaRPr lang="en-US" sz="2800" dirty="0"/>
          </a:p>
        </p:txBody>
      </p:sp>
      <p:sp>
        <p:nvSpPr>
          <p:cNvPr id="3" name="Text 1"/>
          <p:cNvSpPr txBox="1"/>
          <p:nvPr/>
        </p:nvSpPr>
        <p:spPr>
          <a:xfrm>
            <a:off x="640080" y="1097280"/>
            <a:ext cx="10881360" cy="411480"/>
          </a:xfrm>
          <a:prstGeom prst="rect">
            <a:avLst/>
          </a:prstGeom>
          <a:noFill/>
          <a:ln/>
        </p:spPr>
        <p:txBody>
          <a:bodyPr wrap="square" lIns="0" tIns="0" rIns="0" bIns="0" rtlCol="0" anchor="t"/>
          <a:lstStyle/>
          <a:p>
            <a:pPr marL="0" indent="0">
              <a:buNone/>
            </a:pPr>
            <a:r>
              <a:rPr lang="en-US" sz="1400" dirty="0">
                <a:solidFill>
                  <a:srgbClr val="FFFFFF"/>
                </a:solidFill>
                <a:latin typeface="Malgun Gothic" pitchFamily="34" charset="0"/>
                <a:ea typeface="Malgun Gothic" pitchFamily="34" charset="-122"/>
                <a:cs typeface="Malgun Gothic" pitchFamily="34" charset="-120"/>
              </a:rPr>
              <a:t>Contextual Retrieval (Anthropic, 2024). </a:t>
            </a:r>
            <a:r>
              <a:rPr lang="en-US" sz="1400" dirty="0" err="1">
                <a:solidFill>
                  <a:srgbClr val="FFFFFF"/>
                </a:solidFill>
                <a:latin typeface="Malgun Gothic" pitchFamily="34" charset="0"/>
                <a:ea typeface="Malgun Gothic" pitchFamily="34" charset="-122"/>
                <a:cs typeface="Malgun Gothic" pitchFamily="34" charset="-120"/>
              </a:rPr>
              <a:t>개념만</a:t>
            </a:r>
            <a:r>
              <a:rPr lang="en-US" sz="1400" dirty="0">
                <a:solidFill>
                  <a:srgbClr val="FFFFFF"/>
                </a:solidFill>
                <a:latin typeface="Malgun Gothic" pitchFamily="34" charset="0"/>
                <a:ea typeface="Malgun Gothic" pitchFamily="34" charset="-122"/>
                <a:cs typeface="Malgun Gothic" pitchFamily="34" charset="-120"/>
              </a:rPr>
              <a:t> 다룸</a:t>
            </a:r>
            <a:endParaRPr lang="en-US" sz="1400" dirty="0"/>
          </a:p>
        </p:txBody>
      </p:sp>
      <p:sp>
        <p:nvSpPr>
          <p:cNvPr id="4" name="Shape 2"/>
          <p:cNvSpPr/>
          <p:nvPr/>
        </p:nvSpPr>
        <p:spPr>
          <a:xfrm>
            <a:off x="640080" y="1920240"/>
            <a:ext cx="2377440" cy="1554480"/>
          </a:xfrm>
          <a:prstGeom prst="roundRect">
            <a:avLst>
              <a:gd name="adj" fmla="val 4706"/>
            </a:avLst>
          </a:prstGeom>
          <a:solidFill>
            <a:srgbClr val="1D1D1D"/>
          </a:solidFill>
          <a:ln w="9525">
            <a:solidFill>
              <a:srgbClr val="3C3C3C"/>
            </a:solidFill>
            <a:prstDash val="solid"/>
          </a:ln>
        </p:spPr>
      </p:sp>
      <p:sp>
        <p:nvSpPr>
          <p:cNvPr id="5" name="Text 3"/>
          <p:cNvSpPr txBox="1"/>
          <p:nvPr/>
        </p:nvSpPr>
        <p:spPr>
          <a:xfrm>
            <a:off x="777240" y="2441448"/>
            <a:ext cx="2103120" cy="411480"/>
          </a:xfrm>
          <a:prstGeom prst="rect">
            <a:avLst/>
          </a:prstGeom>
          <a:noFill/>
          <a:ln/>
        </p:spPr>
        <p:txBody>
          <a:bodyPr wrap="square" lIns="0" tIns="0" rIns="0" bIns="0" rtlCol="0" anchor="ctr"/>
          <a:lstStyle/>
          <a:p>
            <a:pPr marL="0" indent="0" algn="ctr">
              <a:buNone/>
            </a:pPr>
            <a:r>
              <a:rPr lang="ko-KR" altLang="en-US" sz="1400" b="1" dirty="0" err="1">
                <a:solidFill>
                  <a:srgbClr val="FFFFFF"/>
                </a:solidFill>
                <a:latin typeface="Malgun Gothic" pitchFamily="34" charset="0"/>
                <a:ea typeface="Malgun Gothic" pitchFamily="34" charset="-122"/>
                <a:cs typeface="Malgun Gothic" pitchFamily="34" charset="-120"/>
              </a:rPr>
              <a:t>청크가</a:t>
            </a:r>
            <a:r>
              <a:rPr lang="ko-KR" altLang="en-US" sz="1400" b="1" dirty="0">
                <a:solidFill>
                  <a:srgbClr val="FFFFFF"/>
                </a:solidFill>
                <a:latin typeface="Malgun Gothic" pitchFamily="34" charset="0"/>
                <a:ea typeface="Malgun Gothic" pitchFamily="34" charset="-122"/>
                <a:cs typeface="Malgun Gothic" pitchFamily="34" charset="-120"/>
              </a:rPr>
              <a:t> 속한 문서 전체 </a:t>
            </a:r>
            <a:r>
              <a:rPr lang="en-US" altLang="ko-KR" sz="1400" b="1" dirty="0">
                <a:solidFill>
                  <a:srgbClr val="FFFFFF"/>
                </a:solidFill>
                <a:latin typeface="Malgun Gothic" pitchFamily="34" charset="0"/>
                <a:ea typeface="Malgun Gothic" pitchFamily="34" charset="-122"/>
                <a:cs typeface="Malgun Gothic" pitchFamily="34" charset="-120"/>
              </a:rPr>
              <a:t>+ </a:t>
            </a:r>
            <a:r>
              <a:rPr lang="ko-KR" altLang="en-US" sz="1400" b="1" dirty="0" err="1">
                <a:solidFill>
                  <a:srgbClr val="FFFFFF"/>
                </a:solidFill>
                <a:latin typeface="Malgun Gothic" pitchFamily="34" charset="0"/>
                <a:ea typeface="Malgun Gothic" pitchFamily="34" charset="-122"/>
                <a:cs typeface="Malgun Gothic" pitchFamily="34" charset="-120"/>
              </a:rPr>
              <a:t>청크</a:t>
            </a:r>
            <a:r>
              <a:rPr lang="ko-KR" altLang="en-US" sz="1400" b="1" dirty="0">
                <a:solidFill>
                  <a:srgbClr val="FFFFFF"/>
                </a:solidFill>
                <a:latin typeface="Malgun Gothic" pitchFamily="34" charset="0"/>
                <a:ea typeface="Malgun Gothic" pitchFamily="34" charset="-122"/>
                <a:cs typeface="Malgun Gothic" pitchFamily="34" charset="-120"/>
              </a:rPr>
              <a:t> </a:t>
            </a:r>
            <a:r>
              <a:rPr lang="en-US" altLang="ko-KR" sz="1400" b="1" dirty="0">
                <a:solidFill>
                  <a:srgbClr val="FFFFFF"/>
                </a:solidFill>
                <a:latin typeface="Malgun Gothic" pitchFamily="34" charset="0"/>
                <a:ea typeface="Malgun Gothic" pitchFamily="34" charset="-122"/>
                <a:cs typeface="Malgun Gothic" pitchFamily="34" charset="-120"/>
              </a:rPr>
              <a:t>1</a:t>
            </a:r>
            <a:r>
              <a:rPr lang="ko-KR" altLang="en-US" sz="1400" b="1" dirty="0">
                <a:solidFill>
                  <a:srgbClr val="FFFFFF"/>
                </a:solidFill>
                <a:latin typeface="Malgun Gothic" pitchFamily="34" charset="0"/>
                <a:ea typeface="Malgun Gothic" pitchFamily="34" charset="-122"/>
                <a:cs typeface="Malgun Gothic" pitchFamily="34" charset="-120"/>
              </a:rPr>
              <a:t>개</a:t>
            </a:r>
            <a:endParaRPr lang="en-US" sz="1400" dirty="0"/>
          </a:p>
        </p:txBody>
      </p:sp>
      <p:sp>
        <p:nvSpPr>
          <p:cNvPr id="6" name="Shape 4"/>
          <p:cNvSpPr/>
          <p:nvPr/>
        </p:nvSpPr>
        <p:spPr>
          <a:xfrm>
            <a:off x="3108960" y="2697480"/>
            <a:ext cx="457200" cy="0"/>
          </a:xfrm>
          <a:prstGeom prst="line">
            <a:avLst/>
          </a:prstGeom>
          <a:noFill/>
          <a:ln w="22225">
            <a:solidFill>
              <a:srgbClr val="FFD733"/>
            </a:solidFill>
            <a:prstDash val="solid"/>
            <a:tailEnd type="triangle"/>
          </a:ln>
        </p:spPr>
      </p:sp>
      <p:sp>
        <p:nvSpPr>
          <p:cNvPr id="7" name="Shape 5"/>
          <p:cNvSpPr/>
          <p:nvPr/>
        </p:nvSpPr>
        <p:spPr>
          <a:xfrm>
            <a:off x="3657600" y="1920240"/>
            <a:ext cx="2194560" cy="1554480"/>
          </a:xfrm>
          <a:prstGeom prst="roundRect">
            <a:avLst>
              <a:gd name="adj" fmla="val 4706"/>
            </a:avLst>
          </a:prstGeom>
          <a:solidFill>
            <a:srgbClr val="262626"/>
          </a:solidFill>
          <a:ln w="19050">
            <a:solidFill>
              <a:srgbClr val="FFD733"/>
            </a:solidFill>
            <a:prstDash val="solid"/>
          </a:ln>
        </p:spPr>
      </p:sp>
      <p:sp>
        <p:nvSpPr>
          <p:cNvPr id="8" name="Text 6"/>
          <p:cNvSpPr txBox="1"/>
          <p:nvPr/>
        </p:nvSpPr>
        <p:spPr>
          <a:xfrm>
            <a:off x="3794760" y="2029968"/>
            <a:ext cx="1920240" cy="411480"/>
          </a:xfrm>
          <a:prstGeom prst="rect">
            <a:avLst/>
          </a:prstGeom>
          <a:noFill/>
          <a:ln/>
        </p:spPr>
        <p:txBody>
          <a:bodyPr wrap="square" lIns="0" tIns="0" rIns="0" bIns="0" rtlCol="0" anchor="ctr"/>
          <a:lstStyle/>
          <a:p>
            <a:pPr marL="0" indent="0" algn="ctr">
              <a:buNone/>
            </a:pPr>
            <a:r>
              <a:rPr lang="en-US" sz="1500" b="1" dirty="0">
                <a:solidFill>
                  <a:srgbClr val="FFD733"/>
                </a:solidFill>
                <a:latin typeface="Malgun Gothic" pitchFamily="34" charset="0"/>
                <a:ea typeface="Malgun Gothic" pitchFamily="34" charset="-122"/>
                <a:cs typeface="Malgun Gothic" pitchFamily="34" charset="-120"/>
              </a:rPr>
              <a:t>LLM에 질문</a:t>
            </a:r>
            <a:endParaRPr lang="en-US" sz="1500" dirty="0"/>
          </a:p>
        </p:txBody>
      </p:sp>
      <p:sp>
        <p:nvSpPr>
          <p:cNvPr id="9" name="Text 7"/>
          <p:cNvSpPr txBox="1"/>
          <p:nvPr/>
        </p:nvSpPr>
        <p:spPr>
          <a:xfrm>
            <a:off x="3794760" y="2468880"/>
            <a:ext cx="1920240" cy="914400"/>
          </a:xfrm>
          <a:prstGeom prst="rect">
            <a:avLst/>
          </a:prstGeom>
          <a:noFill/>
          <a:ln/>
        </p:spPr>
        <p:txBody>
          <a:bodyPr wrap="square" lIns="0" tIns="0" rIns="0" bIns="0" rtlCol="0" anchor="t"/>
          <a:lstStyle/>
          <a:p>
            <a:pPr marL="0" indent="0" algn="ctr">
              <a:lnSpc>
                <a:spcPct val="135000"/>
              </a:lnSpc>
              <a:buNone/>
            </a:pPr>
            <a:r>
              <a:rPr lang="en-US" sz="1150" dirty="0">
                <a:solidFill>
                  <a:srgbClr val="FFFFFF"/>
                </a:solidFill>
                <a:latin typeface="Malgun Gothic" pitchFamily="34" charset="0"/>
                <a:ea typeface="Malgun Gothic" pitchFamily="34" charset="-122"/>
                <a:cs typeface="Malgun Gothic" pitchFamily="34" charset="-120"/>
              </a:rPr>
              <a:t>이 청크가 문서에서</a:t>
            </a:r>
            <a:endParaRPr lang="en-US" sz="1150" dirty="0"/>
          </a:p>
          <a:p>
            <a:pPr marL="0" indent="0" algn="ctr">
              <a:lnSpc>
                <a:spcPct val="135000"/>
              </a:lnSpc>
              <a:buNone/>
            </a:pPr>
            <a:r>
              <a:rPr lang="en-US" sz="1150" dirty="0">
                <a:solidFill>
                  <a:srgbClr val="FFFFFF"/>
                </a:solidFill>
                <a:latin typeface="Malgun Gothic" pitchFamily="34" charset="0"/>
                <a:ea typeface="Malgun Gothic" pitchFamily="34" charset="-122"/>
                <a:cs typeface="Malgun Gothic" pitchFamily="34" charset="-120"/>
              </a:rPr>
              <a:t>어떤 부분인지</a:t>
            </a:r>
            <a:endParaRPr lang="en-US" sz="1150" dirty="0"/>
          </a:p>
          <a:p>
            <a:pPr marL="0" indent="0" algn="ctr">
              <a:lnSpc>
                <a:spcPct val="135000"/>
              </a:lnSpc>
              <a:buNone/>
            </a:pPr>
            <a:r>
              <a:rPr lang="en-US" sz="1150" dirty="0">
                <a:solidFill>
                  <a:srgbClr val="FFFFFF"/>
                </a:solidFill>
                <a:latin typeface="Malgun Gothic" pitchFamily="34" charset="0"/>
                <a:ea typeface="Malgun Gothic" pitchFamily="34" charset="-122"/>
                <a:cs typeface="Malgun Gothic" pitchFamily="34" charset="-120"/>
              </a:rPr>
              <a:t>한두 문장으로 써 달라</a:t>
            </a:r>
            <a:endParaRPr lang="en-US" sz="1150" dirty="0"/>
          </a:p>
        </p:txBody>
      </p:sp>
      <p:sp>
        <p:nvSpPr>
          <p:cNvPr id="10" name="Shape 8"/>
          <p:cNvSpPr/>
          <p:nvPr/>
        </p:nvSpPr>
        <p:spPr>
          <a:xfrm>
            <a:off x="5943600" y="2697480"/>
            <a:ext cx="457200" cy="0"/>
          </a:xfrm>
          <a:prstGeom prst="line">
            <a:avLst/>
          </a:prstGeom>
          <a:noFill/>
          <a:ln w="22225">
            <a:solidFill>
              <a:srgbClr val="FFD733"/>
            </a:solidFill>
            <a:prstDash val="solid"/>
            <a:tailEnd type="triangle"/>
          </a:ln>
        </p:spPr>
      </p:sp>
      <p:sp>
        <p:nvSpPr>
          <p:cNvPr id="11" name="Shape 9"/>
          <p:cNvSpPr/>
          <p:nvPr/>
        </p:nvSpPr>
        <p:spPr>
          <a:xfrm>
            <a:off x="6492240" y="1920240"/>
            <a:ext cx="5029200" cy="1554480"/>
          </a:xfrm>
          <a:prstGeom prst="roundRect">
            <a:avLst>
              <a:gd name="adj" fmla="val 4706"/>
            </a:avLst>
          </a:prstGeom>
          <a:solidFill>
            <a:srgbClr val="1D1D1D"/>
          </a:solidFill>
          <a:ln w="9525">
            <a:solidFill>
              <a:srgbClr val="3C3C3C"/>
            </a:solidFill>
            <a:prstDash val="solid"/>
          </a:ln>
        </p:spPr>
      </p:sp>
      <p:sp>
        <p:nvSpPr>
          <p:cNvPr id="12" name="Text 10"/>
          <p:cNvSpPr txBox="1"/>
          <p:nvPr/>
        </p:nvSpPr>
        <p:spPr>
          <a:xfrm>
            <a:off x="6629400" y="2029968"/>
            <a:ext cx="47548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설명문 + 원래 청크</a:t>
            </a:r>
            <a:endParaRPr lang="en-US" sz="1400" dirty="0"/>
          </a:p>
        </p:txBody>
      </p:sp>
      <p:sp>
        <p:nvSpPr>
          <p:cNvPr id="13" name="Text 11"/>
          <p:cNvSpPr txBox="1"/>
          <p:nvPr/>
        </p:nvSpPr>
        <p:spPr>
          <a:xfrm>
            <a:off x="6629400" y="2468880"/>
            <a:ext cx="4754880" cy="914400"/>
          </a:xfrm>
          <a:prstGeom prst="rect">
            <a:avLst/>
          </a:prstGeom>
          <a:noFill/>
          <a:ln/>
        </p:spPr>
        <p:txBody>
          <a:bodyPr wrap="square" lIns="0" tIns="0" rIns="0" bIns="0" rtlCol="0" anchor="t"/>
          <a:lstStyle/>
          <a:p>
            <a:pPr marL="0" indent="0" algn="ctr">
              <a:lnSpc>
                <a:spcPct val="135000"/>
              </a:lnSpc>
              <a:buNone/>
            </a:pPr>
            <a:r>
              <a:rPr lang="en-US" sz="1150" dirty="0">
                <a:solidFill>
                  <a:srgbClr val="FFFFFF"/>
                </a:solidFill>
                <a:latin typeface="Malgun Gothic" pitchFamily="34" charset="0"/>
                <a:ea typeface="Malgun Gothic" pitchFamily="34" charset="-122"/>
                <a:cs typeface="Malgun Gothic" pitchFamily="34" charset="-120"/>
              </a:rPr>
              <a:t>"이 청크는 M3-Contrast 논문의 4.2절 실험 결과로, 기존 BGE 대비 성능을 비교한다" + 표 3에서 보듯 이 방법은…</a:t>
            </a:r>
            <a:endParaRPr lang="en-US" sz="1150" dirty="0"/>
          </a:p>
        </p:txBody>
      </p:sp>
      <p:sp>
        <p:nvSpPr>
          <p:cNvPr id="14" name="Text 12"/>
          <p:cNvSpPr txBox="1"/>
          <p:nvPr/>
        </p:nvSpPr>
        <p:spPr>
          <a:xfrm>
            <a:off x="6492240" y="3520440"/>
            <a:ext cx="5029200" cy="365760"/>
          </a:xfrm>
          <a:prstGeom prst="rect">
            <a:avLst/>
          </a:prstGeom>
          <a:noFill/>
          <a:ln/>
        </p:spPr>
        <p:txBody>
          <a:bodyPr wrap="square" lIns="0" tIns="0" rIns="0" bIns="0" rtlCol="0" anchor="ctr"/>
          <a:lstStyle/>
          <a:p>
            <a:pPr marL="0" indent="0" algn="ctr">
              <a:buNone/>
            </a:pPr>
            <a:r>
              <a:rPr lang="en-US" sz="1250" b="1" dirty="0">
                <a:solidFill>
                  <a:srgbClr val="FFD733"/>
                </a:solidFill>
                <a:latin typeface="Malgun Gothic" pitchFamily="34" charset="0"/>
                <a:ea typeface="Malgun Gothic" pitchFamily="34" charset="-122"/>
                <a:cs typeface="Malgun Gothic" pitchFamily="34" charset="-120"/>
              </a:rPr>
              <a:t>→ 설명문을 앞에 붙인 상태로 임베딩</a:t>
            </a:r>
            <a:endParaRPr lang="en-US" sz="1250" dirty="0"/>
          </a:p>
        </p:txBody>
      </p:sp>
      <p:sp>
        <p:nvSpPr>
          <p:cNvPr id="15" name="Text 13"/>
          <p:cNvSpPr txBox="1"/>
          <p:nvPr/>
        </p:nvSpPr>
        <p:spPr>
          <a:xfrm>
            <a:off x="640080" y="4069080"/>
            <a:ext cx="10881360" cy="1737360"/>
          </a:xfrm>
          <a:prstGeom prst="rect">
            <a:avLst/>
          </a:prstGeom>
          <a:noFill/>
          <a:ln/>
        </p:spPr>
        <p:txBody>
          <a:bodyPr wrap="square" lIns="0" tIns="0" rIns="0" bIns="0" rtlCol="0" anchor="t"/>
          <a:lstStyle/>
          <a:p>
            <a:pPr marL="228600" indent="-228600">
              <a:lnSpc>
                <a:spcPct val="150000"/>
              </a:lnSpc>
              <a:spcAft>
                <a:spcPts val="4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추가 비용: </a:t>
            </a:r>
            <a:r>
              <a:rPr lang="ko-KR" altLang="en-US" sz="1400" dirty="0" err="1">
                <a:solidFill>
                  <a:srgbClr val="FFFFFF"/>
                </a:solidFill>
                <a:latin typeface="Malgun Gothic" pitchFamily="34" charset="0"/>
                <a:ea typeface="Malgun Gothic" pitchFamily="34" charset="-122"/>
                <a:cs typeface="Malgun Gothic" pitchFamily="34" charset="-120"/>
              </a:rPr>
              <a:t>청크마다</a:t>
            </a:r>
            <a:r>
              <a:rPr lang="ko-KR" altLang="en-US" sz="1400" dirty="0">
                <a:solidFill>
                  <a:srgbClr val="FFFFFF"/>
                </a:solidFill>
                <a:latin typeface="Malgun Gothic" pitchFamily="34" charset="0"/>
                <a:ea typeface="Malgun Gothic" pitchFamily="34" charset="-122"/>
                <a:cs typeface="Malgun Gothic" pitchFamily="34" charset="-120"/>
              </a:rPr>
              <a:t> </a:t>
            </a:r>
            <a:r>
              <a:rPr lang="en-US" altLang="ko-KR" sz="1400" dirty="0">
                <a:solidFill>
                  <a:srgbClr val="FFFFFF"/>
                </a:solidFill>
                <a:latin typeface="Malgun Gothic" pitchFamily="34" charset="0"/>
                <a:ea typeface="Malgun Gothic" pitchFamily="34" charset="-122"/>
                <a:cs typeface="Malgun Gothic" pitchFamily="34" charset="-120"/>
              </a:rPr>
              <a:t>LLM</a:t>
            </a:r>
            <a:r>
              <a:rPr lang="ko-KR" altLang="en-US" sz="1400" dirty="0">
                <a:solidFill>
                  <a:srgbClr val="FFFFFF"/>
                </a:solidFill>
                <a:latin typeface="Malgun Gothic" pitchFamily="34" charset="0"/>
                <a:ea typeface="Malgun Gothic" pitchFamily="34" charset="-122"/>
                <a:cs typeface="Malgun Gothic" pitchFamily="34" charset="-120"/>
              </a:rPr>
              <a:t>을 한 번씩 불러서 각 </a:t>
            </a:r>
            <a:r>
              <a:rPr lang="ko-KR" altLang="en-US" sz="1400" dirty="0" err="1">
                <a:solidFill>
                  <a:srgbClr val="FFFFFF"/>
                </a:solidFill>
                <a:latin typeface="Malgun Gothic" pitchFamily="34" charset="0"/>
                <a:ea typeface="Malgun Gothic" pitchFamily="34" charset="-122"/>
                <a:cs typeface="Malgun Gothic" pitchFamily="34" charset="-120"/>
              </a:rPr>
              <a:t>청크별</a:t>
            </a:r>
            <a:r>
              <a:rPr lang="ko-KR" altLang="en-US" sz="1400" dirty="0">
                <a:solidFill>
                  <a:srgbClr val="FFFFFF"/>
                </a:solidFill>
                <a:latin typeface="Malgun Gothic" pitchFamily="34" charset="0"/>
                <a:ea typeface="Malgun Gothic" pitchFamily="34" charset="-122"/>
                <a:cs typeface="Malgun Gothic" pitchFamily="34" charset="-120"/>
              </a:rPr>
              <a:t> 문맥 설명문이 추가 됨</a:t>
            </a:r>
            <a:r>
              <a:rPr lang="en-US" altLang="ko-KR" sz="1400" dirty="0">
                <a:solidFill>
                  <a:srgbClr val="FFFFFF"/>
                </a:solidFill>
                <a:latin typeface="Malgun Gothic" pitchFamily="34" charset="0"/>
                <a:ea typeface="Malgun Gothic" pitchFamily="34" charset="-122"/>
                <a:cs typeface="Malgun Gothic" pitchFamily="34" charset="-120"/>
              </a:rPr>
              <a:t>. </a:t>
            </a:r>
            <a:r>
              <a:rPr lang="ko-KR" altLang="en-US" sz="1400" dirty="0">
                <a:solidFill>
                  <a:srgbClr val="FFFFFF"/>
                </a:solidFill>
                <a:latin typeface="Malgun Gothic" pitchFamily="34" charset="0"/>
                <a:ea typeface="Malgun Gothic" pitchFamily="34" charset="-122"/>
                <a:cs typeface="Malgun Gothic" pitchFamily="34" charset="-120"/>
              </a:rPr>
              <a:t>같은 문서를 </a:t>
            </a:r>
            <a:r>
              <a:rPr lang="ko-KR" altLang="en-US" sz="1400" dirty="0" err="1">
                <a:solidFill>
                  <a:srgbClr val="FFFFFF"/>
                </a:solidFill>
                <a:latin typeface="Malgun Gothic" pitchFamily="34" charset="0"/>
                <a:ea typeface="Malgun Gothic" pitchFamily="34" charset="-122"/>
                <a:cs typeface="Malgun Gothic" pitchFamily="34" charset="-120"/>
              </a:rPr>
              <a:t>청크</a:t>
            </a:r>
            <a:r>
              <a:rPr lang="ko-KR" altLang="en-US" sz="1400" dirty="0">
                <a:solidFill>
                  <a:srgbClr val="FFFFFF"/>
                </a:solidFill>
                <a:latin typeface="Malgun Gothic" pitchFamily="34" charset="0"/>
                <a:ea typeface="Malgun Gothic" pitchFamily="34" charset="-122"/>
                <a:cs typeface="Malgun Gothic" pitchFamily="34" charset="-120"/>
              </a:rPr>
              <a:t> 수만큼 반복해 보내므로</a:t>
            </a:r>
            <a:r>
              <a:rPr lang="en-US" altLang="ko-KR" sz="1400" dirty="0">
                <a:solidFill>
                  <a:srgbClr val="FFFFFF"/>
                </a:solidFill>
                <a:latin typeface="Malgun Gothic" pitchFamily="34" charset="0"/>
                <a:ea typeface="Malgun Gothic" pitchFamily="34" charset="-122"/>
                <a:cs typeface="Malgun Gothic" pitchFamily="34" charset="-120"/>
              </a:rPr>
              <a:t>, </a:t>
            </a:r>
            <a:r>
              <a:rPr lang="ko-KR" altLang="en-US" sz="1400" dirty="0">
                <a:solidFill>
                  <a:srgbClr val="FFFFFF"/>
                </a:solidFill>
                <a:latin typeface="Malgun Gothic" pitchFamily="34" charset="0"/>
                <a:ea typeface="Malgun Gothic" pitchFamily="34" charset="-122"/>
                <a:cs typeface="Malgun Gothic" pitchFamily="34" charset="-120"/>
              </a:rPr>
              <a:t>프롬프트 </a:t>
            </a:r>
            <a:r>
              <a:rPr lang="ko-KR" altLang="en-US" sz="1400" dirty="0" err="1">
                <a:solidFill>
                  <a:srgbClr val="FFFFFF"/>
                </a:solidFill>
                <a:latin typeface="Malgun Gothic" pitchFamily="34" charset="0"/>
                <a:ea typeface="Malgun Gothic" pitchFamily="34" charset="-122"/>
                <a:cs typeface="Malgun Gothic" pitchFamily="34" charset="-120"/>
              </a:rPr>
              <a:t>캐싱</a:t>
            </a:r>
            <a:r>
              <a:rPr lang="en-US" altLang="ko-KR" sz="1400" dirty="0">
                <a:solidFill>
                  <a:srgbClr val="FFFFFF"/>
                </a:solidFill>
                <a:latin typeface="Malgun Gothic" pitchFamily="34" charset="0"/>
                <a:ea typeface="Malgun Gothic" pitchFamily="34" charset="-122"/>
                <a:cs typeface="Malgun Gothic" pitchFamily="34" charset="-120"/>
              </a:rPr>
              <a:t>¹</a:t>
            </a:r>
            <a:r>
              <a:rPr lang="ko-KR" altLang="en-US" sz="1400" dirty="0">
                <a:solidFill>
                  <a:srgbClr val="FFFFFF"/>
                </a:solidFill>
                <a:latin typeface="Malgun Gothic" pitchFamily="34" charset="0"/>
                <a:ea typeface="Malgun Gothic" pitchFamily="34" charset="-122"/>
                <a:cs typeface="Malgun Gothic" pitchFamily="34" charset="-120"/>
              </a:rPr>
              <a:t>으로 문서 부분을 재사용하면 문서 </a:t>
            </a:r>
            <a:r>
              <a:rPr lang="en-US" altLang="ko-KR" sz="1400" dirty="0">
                <a:solidFill>
                  <a:srgbClr val="FFFFFF"/>
                </a:solidFill>
                <a:latin typeface="Malgun Gothic" pitchFamily="34" charset="0"/>
                <a:ea typeface="Malgun Gothic" pitchFamily="34" charset="-122"/>
                <a:cs typeface="Malgun Gothic" pitchFamily="34" charset="-120"/>
              </a:rPr>
              <a:t>100</a:t>
            </a:r>
            <a:r>
              <a:rPr lang="ko-KR" altLang="en-US" sz="1400" dirty="0">
                <a:solidFill>
                  <a:srgbClr val="FFFFFF"/>
                </a:solidFill>
                <a:latin typeface="Malgun Gothic" pitchFamily="34" charset="0"/>
                <a:ea typeface="Malgun Gothic" pitchFamily="34" charset="-122"/>
                <a:cs typeface="Malgun Gothic" pitchFamily="34" charset="-120"/>
              </a:rPr>
              <a:t>만 토큰당 약 </a:t>
            </a:r>
            <a:r>
              <a:rPr lang="en-US" altLang="ko-KR" sz="1400" dirty="0">
                <a:solidFill>
                  <a:srgbClr val="FFFFFF"/>
                </a:solidFill>
                <a:latin typeface="Malgun Gothic" pitchFamily="34" charset="0"/>
                <a:ea typeface="Malgun Gothic" pitchFamily="34" charset="-122"/>
                <a:cs typeface="Malgun Gothic" pitchFamily="34" charset="-120"/>
              </a:rPr>
              <a:t>1</a:t>
            </a:r>
            <a:r>
              <a:rPr lang="ko-KR" altLang="en-US" sz="1400" dirty="0">
                <a:solidFill>
                  <a:srgbClr val="FFFFFF"/>
                </a:solidFill>
                <a:latin typeface="Malgun Gothic" pitchFamily="34" charset="0"/>
                <a:ea typeface="Malgun Gothic" pitchFamily="34" charset="-122"/>
                <a:cs typeface="Malgun Gothic" pitchFamily="34" charset="-120"/>
              </a:rPr>
              <a:t>달러 </a:t>
            </a:r>
            <a:r>
              <a:rPr lang="en-US" altLang="ko-KR" sz="1400" dirty="0">
                <a:solidFill>
                  <a:srgbClr val="FFFFFF"/>
                </a:solidFill>
                <a:latin typeface="Malgun Gothic" pitchFamily="34" charset="0"/>
                <a:ea typeface="Malgun Gothic" pitchFamily="34" charset="-122"/>
                <a:cs typeface="Malgun Gothic" pitchFamily="34" charset="-120"/>
              </a:rPr>
              <a:t>(Anthropic </a:t>
            </a:r>
            <a:r>
              <a:rPr lang="ko-KR" altLang="en-US" sz="1400" dirty="0">
                <a:solidFill>
                  <a:srgbClr val="FFFFFF"/>
                </a:solidFill>
                <a:latin typeface="Malgun Gothic" pitchFamily="34" charset="0"/>
                <a:ea typeface="Malgun Gothic" pitchFamily="34" charset="-122"/>
                <a:cs typeface="Malgun Gothic" pitchFamily="34" charset="-120"/>
              </a:rPr>
              <a:t>공개</a:t>
            </a:r>
            <a:r>
              <a:rPr lang="en-US" altLang="ko-KR" sz="1400" dirty="0">
                <a:solidFill>
                  <a:srgbClr val="FFFFFF"/>
                </a:solidFill>
                <a:latin typeface="Malgun Gothic" pitchFamily="34" charset="0"/>
                <a:ea typeface="Malgun Gothic" pitchFamily="34" charset="-122"/>
                <a:cs typeface="Malgun Gothic" pitchFamily="34" charset="-120"/>
              </a:rPr>
              <a:t>, 2024</a:t>
            </a:r>
            <a:r>
              <a:rPr lang="ko-KR" altLang="en-US" sz="1400" dirty="0">
                <a:solidFill>
                  <a:srgbClr val="FFFFFF"/>
                </a:solidFill>
                <a:latin typeface="Malgun Gothic" pitchFamily="34" charset="0"/>
                <a:ea typeface="Malgun Gothic" pitchFamily="34" charset="-122"/>
                <a:cs typeface="Malgun Gothic" pitchFamily="34" charset="-120"/>
              </a:rPr>
              <a:t>년 </a:t>
            </a:r>
            <a:r>
              <a:rPr lang="en-US" altLang="ko-KR" sz="1400" dirty="0">
                <a:solidFill>
                  <a:srgbClr val="FFFFFF"/>
                </a:solidFill>
                <a:latin typeface="Malgun Gothic" pitchFamily="34" charset="0"/>
                <a:ea typeface="Malgun Gothic" pitchFamily="34" charset="-122"/>
                <a:cs typeface="Malgun Gothic" pitchFamily="34" charset="-120"/>
              </a:rPr>
              <a:t>Claude 3 Haiku </a:t>
            </a:r>
            <a:r>
              <a:rPr lang="ko-KR" altLang="en-US" sz="1400" dirty="0">
                <a:solidFill>
                  <a:srgbClr val="FFFFFF"/>
                </a:solidFill>
                <a:latin typeface="Malgun Gothic" pitchFamily="34" charset="0"/>
                <a:ea typeface="Malgun Gothic" pitchFamily="34" charset="-122"/>
                <a:cs typeface="Malgun Gothic" pitchFamily="34" charset="-120"/>
              </a:rPr>
              <a:t>기준</a:t>
            </a:r>
            <a:r>
              <a:rPr lang="en-US" altLang="ko-KR" sz="1400" dirty="0">
                <a:solidFill>
                  <a:srgbClr val="FFFFFF"/>
                </a:solidFill>
                <a:latin typeface="Malgun Gothic" pitchFamily="34" charset="0"/>
                <a:ea typeface="Malgun Gothic" pitchFamily="34" charset="-122"/>
                <a:cs typeface="Malgun Gothic" pitchFamily="34" charset="-120"/>
              </a:rPr>
              <a:t>)</a:t>
            </a:r>
          </a:p>
          <a:p>
            <a:pPr marL="228600" indent="-228600">
              <a:lnSpc>
                <a:spcPct val="150000"/>
              </a:lnSpc>
              <a:spcAft>
                <a:spcPts val="400"/>
              </a:spcAft>
              <a:buSzPct val="100000"/>
              <a:buChar char="•"/>
            </a:pPr>
            <a:r>
              <a:rPr lang="en-US" sz="1400" b="1" dirty="0" err="1">
                <a:solidFill>
                  <a:srgbClr val="FFFFFF"/>
                </a:solidFill>
                <a:latin typeface="Malgun Gothic" pitchFamily="34" charset="0"/>
                <a:ea typeface="Malgun Gothic" pitchFamily="34" charset="-122"/>
                <a:cs typeface="Malgun Gothic" pitchFamily="34" charset="-120"/>
              </a:rPr>
              <a:t>보고된</a:t>
            </a:r>
            <a:r>
              <a:rPr lang="en-US" sz="1400" b="1" dirty="0">
                <a:solidFill>
                  <a:srgbClr val="FFFFFF"/>
                </a:solidFill>
                <a:latin typeface="Malgun Gothic" pitchFamily="34" charset="0"/>
                <a:ea typeface="Malgun Gothic" pitchFamily="34" charset="-122"/>
                <a:cs typeface="Malgun Gothic" pitchFamily="34" charset="-120"/>
              </a:rPr>
              <a:t> </a:t>
            </a:r>
            <a:r>
              <a:rPr lang="en-US" sz="1400" b="1" dirty="0" err="1">
                <a:solidFill>
                  <a:srgbClr val="FFFFFF"/>
                </a:solidFill>
                <a:latin typeface="Malgun Gothic" pitchFamily="34" charset="0"/>
                <a:ea typeface="Malgun Gothic" pitchFamily="34" charset="-122"/>
                <a:cs typeface="Malgun Gothic" pitchFamily="34" charset="-120"/>
              </a:rPr>
              <a:t>효과</a:t>
            </a:r>
            <a:r>
              <a:rPr lang="en-US" sz="1400" b="1" dirty="0">
                <a:solidFill>
                  <a:srgbClr val="FFFFFF"/>
                </a:solidFill>
                <a:latin typeface="Malgun Gothic" pitchFamily="34" charset="0"/>
                <a:ea typeface="Malgun Gothic" pitchFamily="34" charset="-122"/>
                <a:cs typeface="Malgun Gothic" pitchFamily="34" charset="-120"/>
              </a:rPr>
              <a:t>: </a:t>
            </a:r>
            <a:r>
              <a:rPr lang="en-US" sz="1400" dirty="0">
                <a:solidFill>
                  <a:srgbClr val="FFFFFF"/>
                </a:solidFill>
                <a:latin typeface="Malgun Gothic" pitchFamily="34" charset="0"/>
                <a:ea typeface="Malgun Gothic" pitchFamily="34" charset="-122"/>
                <a:cs typeface="Malgun Gothic" pitchFamily="34" charset="-120"/>
              </a:rPr>
              <a:t>Anthropic </a:t>
            </a:r>
            <a:r>
              <a:rPr lang="en-US" sz="1400" dirty="0" err="1">
                <a:solidFill>
                  <a:srgbClr val="FFFFFF"/>
                </a:solidFill>
                <a:latin typeface="Malgun Gothic" pitchFamily="34" charset="0"/>
                <a:ea typeface="Malgun Gothic" pitchFamily="34" charset="-122"/>
                <a:cs typeface="Malgun Gothic" pitchFamily="34" charset="-120"/>
              </a:rPr>
              <a:t>측정에서</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검색</a:t>
            </a:r>
            <a:r>
              <a:rPr lang="en-US" sz="1400" dirty="0">
                <a:solidFill>
                  <a:srgbClr val="FFFFFF"/>
                </a:solidFill>
                <a:latin typeface="Malgun Gothic" pitchFamily="34" charset="0"/>
                <a:ea typeface="Malgun Gothic" pitchFamily="34" charset="-122"/>
                <a:cs typeface="Malgun Gothic" pitchFamily="34" charset="-120"/>
              </a:rPr>
              <a:t> 실패율²이 5.7% → 3.7%(</a:t>
            </a:r>
            <a:r>
              <a:rPr lang="en-US" sz="1400" dirty="0" err="1">
                <a:solidFill>
                  <a:srgbClr val="FFFFFF"/>
                </a:solidFill>
                <a:latin typeface="Malgun Gothic" pitchFamily="34" charset="0"/>
                <a:ea typeface="Malgun Gothic" pitchFamily="34" charset="-122"/>
                <a:cs typeface="Malgun Gothic" pitchFamily="34" charset="-120"/>
              </a:rPr>
              <a:t>설명문만</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단어</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일치</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검색·순위</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재조정까지</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더하면</a:t>
            </a:r>
            <a:r>
              <a:rPr lang="en-US" sz="1400" dirty="0">
                <a:solidFill>
                  <a:srgbClr val="FFFFFF"/>
                </a:solidFill>
                <a:latin typeface="Malgun Gothic" pitchFamily="34" charset="0"/>
                <a:ea typeface="Malgun Gothic" pitchFamily="34" charset="-122"/>
                <a:cs typeface="Malgun Gothic" pitchFamily="34" charset="-120"/>
              </a:rPr>
              <a:t> 1.9%</a:t>
            </a:r>
            <a:endParaRPr lang="en-US" sz="1400" dirty="0"/>
          </a:p>
          <a:p>
            <a:pPr marL="228600" indent="-228600">
              <a:lnSpc>
                <a:spcPct val="150000"/>
              </a:lnSpc>
              <a:spcAft>
                <a:spcPts val="400"/>
              </a:spcAft>
              <a:buSzPct val="100000"/>
              <a:buChar char="•"/>
            </a:pPr>
            <a:r>
              <a:rPr lang="en-US" sz="1400" b="1" dirty="0" err="1">
                <a:solidFill>
                  <a:srgbClr val="FFFFFF"/>
                </a:solidFill>
                <a:latin typeface="Malgun Gothic" pitchFamily="34" charset="0"/>
                <a:ea typeface="Malgun Gothic" pitchFamily="34" charset="-122"/>
                <a:cs typeface="Malgun Gothic" pitchFamily="34" charset="-120"/>
              </a:rPr>
              <a:t>적용</a:t>
            </a:r>
            <a:r>
              <a:rPr lang="en-US" sz="1400" b="1" dirty="0">
                <a:solidFill>
                  <a:srgbClr val="FFFFFF"/>
                </a:solidFill>
                <a:latin typeface="Malgun Gothic" pitchFamily="34" charset="0"/>
                <a:ea typeface="Malgun Gothic" pitchFamily="34" charset="-122"/>
                <a:cs typeface="Malgun Gothic" pitchFamily="34" charset="-120"/>
              </a:rPr>
              <a:t> 기준: </a:t>
            </a:r>
            <a:r>
              <a:rPr lang="en-US" sz="1400" dirty="0">
                <a:solidFill>
                  <a:srgbClr val="FFFFFF"/>
                </a:solidFill>
                <a:latin typeface="Malgun Gothic" pitchFamily="34" charset="0"/>
                <a:ea typeface="Malgun Gothic" pitchFamily="34" charset="-122"/>
                <a:cs typeface="Malgun Gothic" pitchFamily="34" charset="-120"/>
              </a:rPr>
              <a:t>자료가 많고 정확도가 중요한 경우. 자료 전체가 약 20만 토큰 이하면 통째로 넣는 편이 간단 (Anthropic 안내)</a:t>
            </a:r>
            <a:endParaRPr lang="en-US" sz="1400" dirty="0"/>
          </a:p>
        </p:txBody>
      </p:sp>
      <p:sp>
        <p:nvSpPr>
          <p:cNvPr id="16" name="Shape 14"/>
          <p:cNvSpPr/>
          <p:nvPr/>
        </p:nvSpPr>
        <p:spPr>
          <a:xfrm>
            <a:off x="640080" y="5852160"/>
            <a:ext cx="10881360" cy="0"/>
          </a:xfrm>
          <a:prstGeom prst="line">
            <a:avLst/>
          </a:prstGeom>
          <a:noFill/>
          <a:ln w="9525">
            <a:solidFill>
              <a:srgbClr val="8A7A2A"/>
            </a:solidFill>
            <a:prstDash val="solid"/>
          </a:ln>
        </p:spPr>
      </p:sp>
      <p:sp>
        <p:nvSpPr>
          <p:cNvPr id="17" name="Text 15"/>
          <p:cNvSpPr txBox="1"/>
          <p:nvPr/>
        </p:nvSpPr>
        <p:spPr>
          <a:xfrm>
            <a:off x="640080" y="5916168"/>
            <a:ext cx="10881360" cy="804672"/>
          </a:xfrm>
          <a:prstGeom prst="rect">
            <a:avLst/>
          </a:prstGeom>
          <a:noFill/>
          <a:ln/>
        </p:spPr>
        <p:txBody>
          <a:bodyPr wrap="square" lIns="0" tIns="0" rIns="0" bIns="0" rtlCol="0" anchor="t"/>
          <a:lstStyle/>
          <a:p>
            <a:pPr marL="0" indent="0">
              <a:lnSpc>
                <a:spcPct val="130000"/>
              </a:lnSpc>
              <a:buNone/>
            </a:pPr>
            <a:r>
              <a:rPr lang="en-US" sz="1000" b="1" dirty="0">
                <a:solidFill>
                  <a:srgbClr val="FFD733"/>
                </a:solidFill>
                <a:latin typeface="Malgun Gothic" pitchFamily="34" charset="0"/>
                <a:ea typeface="Malgun Gothic" pitchFamily="34" charset="-122"/>
                <a:cs typeface="Malgun Gothic" pitchFamily="34" charset="-120"/>
              </a:rPr>
              <a:t>¹ 프롬프트 캐싱</a:t>
            </a:r>
            <a:r>
              <a:rPr lang="en-US" sz="1000" dirty="0">
                <a:solidFill>
                  <a:srgbClr val="FFFFFF"/>
                </a:solidFill>
                <a:latin typeface="Malgun Gothic" pitchFamily="34" charset="0"/>
                <a:ea typeface="Malgun Gothic" pitchFamily="34" charset="-122"/>
                <a:cs typeface="Malgun Gothic" pitchFamily="34" charset="-120"/>
              </a:rPr>
              <a:t>  같은 긴 글을 여러 번 보낼 때, 모델이 앞부분 처리 결과를 저장해 두었다가 재사용해 요금과 시간을 줄이는 </a:t>
            </a:r>
            <a:r>
              <a:rPr lang="en-US" sz="1000" dirty="0" err="1">
                <a:solidFill>
                  <a:srgbClr val="FFFFFF"/>
                </a:solidFill>
                <a:latin typeface="Malgun Gothic" pitchFamily="34" charset="0"/>
                <a:ea typeface="Malgun Gothic" pitchFamily="34" charset="-122"/>
                <a:cs typeface="Malgun Gothic" pitchFamily="34" charset="-120"/>
              </a:rPr>
              <a:t>기능</a:t>
            </a:r>
            <a:r>
              <a:rPr lang="en-US" sz="1000" b="1" dirty="0">
                <a:solidFill>
                  <a:srgbClr val="FFD733"/>
                </a:solidFill>
                <a:latin typeface="Malgun Gothic" pitchFamily="34" charset="0"/>
                <a:ea typeface="Malgun Gothic" pitchFamily="34" charset="-122"/>
                <a:cs typeface="Malgun Gothic" pitchFamily="34" charset="-120"/>
              </a:rPr>
              <a:t>    </a:t>
            </a:r>
          </a:p>
          <a:p>
            <a:pPr marL="0" indent="0">
              <a:lnSpc>
                <a:spcPct val="130000"/>
              </a:lnSpc>
              <a:buNone/>
            </a:pPr>
            <a:r>
              <a:rPr lang="en-US" sz="1000" b="1" dirty="0">
                <a:solidFill>
                  <a:srgbClr val="FFD733"/>
                </a:solidFill>
                <a:latin typeface="Malgun Gothic" pitchFamily="34" charset="0"/>
                <a:ea typeface="Malgun Gothic" pitchFamily="34" charset="-122"/>
                <a:cs typeface="Malgun Gothic" pitchFamily="34" charset="-120"/>
              </a:rPr>
              <a:t>² 검색 실패율</a:t>
            </a:r>
            <a:r>
              <a:rPr lang="en-US" sz="1000" dirty="0">
                <a:solidFill>
                  <a:srgbClr val="FFFFFF"/>
                </a:solidFill>
                <a:latin typeface="Malgun Gothic" pitchFamily="34" charset="0"/>
                <a:ea typeface="Malgun Gothic" pitchFamily="34" charset="-122"/>
                <a:cs typeface="Malgun Gothic" pitchFamily="34" charset="-120"/>
              </a:rPr>
              <a:t>  검색 결과 상위 20개 안에 정답 문서가 하나도 들어 있지 않은 질문의 비율. 낮을수록 좋음</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보완 ③ 부모-자식 청킹 — </a:t>
            </a:r>
            <a:r>
              <a:rPr lang="ko-KR" altLang="en-US" sz="2800" b="1" dirty="0">
                <a:solidFill>
                  <a:srgbClr val="FFFFFF"/>
                </a:solidFill>
                <a:latin typeface="Malgun Gothic" pitchFamily="34" charset="0"/>
                <a:ea typeface="Malgun Gothic" pitchFamily="34" charset="-122"/>
                <a:cs typeface="Malgun Gothic" pitchFamily="34" charset="-120"/>
              </a:rPr>
              <a:t>작은 </a:t>
            </a:r>
            <a:r>
              <a:rPr lang="ko-KR" altLang="en-US" sz="2800" b="1" dirty="0" err="1">
                <a:solidFill>
                  <a:srgbClr val="FFFFFF"/>
                </a:solidFill>
                <a:latin typeface="Malgun Gothic" pitchFamily="34" charset="0"/>
                <a:ea typeface="Malgun Gothic" pitchFamily="34" charset="-122"/>
                <a:cs typeface="Malgun Gothic" pitchFamily="34" charset="-120"/>
              </a:rPr>
              <a:t>청크로</a:t>
            </a:r>
            <a:r>
              <a:rPr lang="ko-KR" altLang="en-US" sz="2800" b="1" dirty="0">
                <a:solidFill>
                  <a:srgbClr val="FFFFFF"/>
                </a:solidFill>
                <a:latin typeface="Malgun Gothic" pitchFamily="34" charset="0"/>
                <a:ea typeface="Malgun Gothic" pitchFamily="34" charset="-122"/>
                <a:cs typeface="Malgun Gothic" pitchFamily="34" charset="-120"/>
              </a:rPr>
              <a:t> 찾고</a:t>
            </a:r>
            <a:r>
              <a:rPr lang="en-US" altLang="ko-KR"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큰 </a:t>
            </a:r>
            <a:r>
              <a:rPr lang="ko-KR" altLang="en-US" sz="2800" b="1" dirty="0" err="1">
                <a:solidFill>
                  <a:srgbClr val="FFFFFF"/>
                </a:solidFill>
                <a:latin typeface="Malgun Gothic" pitchFamily="34" charset="0"/>
                <a:ea typeface="Malgun Gothic" pitchFamily="34" charset="-122"/>
                <a:cs typeface="Malgun Gothic" pitchFamily="34" charset="-120"/>
              </a:rPr>
              <a:t>청크로</a:t>
            </a:r>
            <a:r>
              <a:rPr lang="ko-KR" altLang="en-US" sz="2800" b="1" dirty="0">
                <a:solidFill>
                  <a:srgbClr val="FFFFFF"/>
                </a:solidFill>
                <a:latin typeface="Malgun Gothic" pitchFamily="34" charset="0"/>
                <a:ea typeface="Malgun Gothic" pitchFamily="34" charset="-122"/>
                <a:cs typeface="Malgun Gothic" pitchFamily="34" charset="-120"/>
              </a:rPr>
              <a:t> 답</a:t>
            </a:r>
            <a:endParaRPr lang="en-US" sz="2800" dirty="0"/>
          </a:p>
        </p:txBody>
      </p:sp>
      <p:sp>
        <p:nvSpPr>
          <p:cNvPr id="3" name="Text 1"/>
          <p:cNvSpPr txBox="1"/>
          <p:nvPr/>
        </p:nvSpPr>
        <p:spPr>
          <a:xfrm>
            <a:off x="640080" y="1211580"/>
            <a:ext cx="10881360" cy="411480"/>
          </a:xfrm>
          <a:prstGeom prst="rect">
            <a:avLst/>
          </a:prstGeom>
          <a:noFill/>
          <a:ln/>
        </p:spPr>
        <p:txBody>
          <a:bodyPr wrap="square" lIns="0" tIns="0" rIns="0" bIns="0" rtlCol="0" anchor="t"/>
          <a:lstStyle/>
          <a:p>
            <a:pPr marL="0" indent="0">
              <a:buNone/>
            </a:pPr>
            <a:r>
              <a:rPr lang="en-US" sz="1400" dirty="0">
                <a:solidFill>
                  <a:srgbClr val="FFFFFF"/>
                </a:solidFill>
                <a:latin typeface="Malgun Gothic" pitchFamily="34" charset="0"/>
                <a:ea typeface="Malgun Gothic" pitchFamily="34" charset="-122"/>
                <a:cs typeface="Malgun Gothic" pitchFamily="34" charset="-120"/>
              </a:rPr>
              <a:t>계층 청킹, parent-document retrieval 등으로도 불림. 만들기 쉬워 널리 </a:t>
            </a:r>
            <a:r>
              <a:rPr lang="en-US" sz="1400" dirty="0" err="1">
                <a:solidFill>
                  <a:srgbClr val="FFFFFF"/>
                </a:solidFill>
                <a:latin typeface="Malgun Gothic" pitchFamily="34" charset="0"/>
                <a:ea typeface="Malgun Gothic" pitchFamily="34" charset="-122"/>
                <a:cs typeface="Malgun Gothic" pitchFamily="34" charset="-120"/>
              </a:rPr>
              <a:t>쓰이는</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보완책</a:t>
            </a:r>
            <a:endParaRPr lang="en-US" sz="1400" dirty="0"/>
          </a:p>
        </p:txBody>
      </p:sp>
      <p:sp>
        <p:nvSpPr>
          <p:cNvPr id="4" name="Shape 2"/>
          <p:cNvSpPr/>
          <p:nvPr/>
        </p:nvSpPr>
        <p:spPr>
          <a:xfrm>
            <a:off x="640080" y="1828800"/>
            <a:ext cx="5486400" cy="3108960"/>
          </a:xfrm>
          <a:prstGeom prst="roundRect">
            <a:avLst>
              <a:gd name="adj" fmla="val 2353"/>
            </a:avLst>
          </a:prstGeom>
          <a:solidFill>
            <a:srgbClr val="1D1D1D"/>
          </a:solidFill>
          <a:ln w="9525">
            <a:solidFill>
              <a:srgbClr val="3C3C3C"/>
            </a:solidFill>
            <a:prstDash val="solid"/>
          </a:ln>
        </p:spPr>
      </p:sp>
      <p:sp>
        <p:nvSpPr>
          <p:cNvPr id="5" name="Text 3"/>
          <p:cNvSpPr txBox="1"/>
          <p:nvPr/>
        </p:nvSpPr>
        <p:spPr>
          <a:xfrm>
            <a:off x="822960" y="1920240"/>
            <a:ext cx="5120640" cy="365760"/>
          </a:xfrm>
          <a:prstGeom prst="rect">
            <a:avLst/>
          </a:prstGeom>
          <a:noFill/>
          <a:ln/>
        </p:spPr>
        <p:txBody>
          <a:bodyPr wrap="square" lIns="0" tIns="0" rIns="0" bIns="0" rtlCol="0" anchor="ctr"/>
          <a:lstStyle/>
          <a:p>
            <a:pPr marL="0" indent="0">
              <a:buNone/>
            </a:pPr>
            <a:r>
              <a:rPr lang="en-US" sz="1350" b="1" dirty="0">
                <a:solidFill>
                  <a:srgbClr val="FFFFFF"/>
                </a:solidFill>
                <a:latin typeface="Malgun Gothic" pitchFamily="34" charset="0"/>
                <a:ea typeface="Malgun Gothic" pitchFamily="34" charset="-122"/>
                <a:cs typeface="Malgun Gothic" pitchFamily="34" charset="-120"/>
              </a:rPr>
              <a:t>부모: </a:t>
            </a:r>
            <a:r>
              <a:rPr lang="ko-KR" altLang="en-US" sz="1350" b="1" dirty="0">
                <a:solidFill>
                  <a:srgbClr val="FFFFFF"/>
                </a:solidFill>
                <a:latin typeface="Malgun Gothic" pitchFamily="34" charset="0"/>
                <a:ea typeface="Malgun Gothic" pitchFamily="34" charset="-122"/>
                <a:cs typeface="Malgun Gothic" pitchFamily="34" charset="-120"/>
              </a:rPr>
              <a:t>원본 문서 전체 또는 절 </a:t>
            </a:r>
            <a:r>
              <a:rPr lang="en-US" sz="1350" b="1" dirty="0" err="1">
                <a:solidFill>
                  <a:srgbClr val="FFFFFF"/>
                </a:solidFill>
                <a:latin typeface="Malgun Gothic" pitchFamily="34" charset="0"/>
                <a:ea typeface="Malgun Gothic" pitchFamily="34" charset="-122"/>
                <a:cs typeface="Malgun Gothic" pitchFamily="34" charset="-120"/>
              </a:rPr>
              <a:t>전체</a:t>
            </a:r>
            <a:r>
              <a:rPr lang="en-US" sz="1350" b="1" dirty="0">
                <a:solidFill>
                  <a:srgbClr val="FFFFFF"/>
                </a:solidFill>
                <a:latin typeface="Malgun Gothic" pitchFamily="34" charset="0"/>
                <a:ea typeface="Malgun Gothic" pitchFamily="34" charset="-122"/>
                <a:cs typeface="Malgun Gothic" pitchFamily="34" charset="-120"/>
              </a:rPr>
              <a:t> </a:t>
            </a:r>
            <a:r>
              <a:rPr lang="ko-KR" altLang="en-US" sz="1350" b="1" dirty="0">
                <a:solidFill>
                  <a:srgbClr val="FFFFFF"/>
                </a:solidFill>
                <a:latin typeface="Malgun Gothic" pitchFamily="34" charset="0"/>
                <a:ea typeface="Malgun Gothic" pitchFamily="34" charset="-122"/>
                <a:cs typeface="Malgun Gothic" pitchFamily="34" charset="-120"/>
              </a:rPr>
              <a:t>등 큰 </a:t>
            </a:r>
            <a:r>
              <a:rPr lang="ko-KR" altLang="en-US" sz="1350" b="1" dirty="0" err="1">
                <a:solidFill>
                  <a:srgbClr val="FFFFFF"/>
                </a:solidFill>
                <a:latin typeface="Malgun Gothic" pitchFamily="34" charset="0"/>
                <a:ea typeface="Malgun Gothic" pitchFamily="34" charset="-122"/>
                <a:cs typeface="Malgun Gothic" pitchFamily="34" charset="-120"/>
              </a:rPr>
              <a:t>청크</a:t>
            </a:r>
            <a:r>
              <a:rPr lang="ko-KR" altLang="en-US" sz="1350" b="1" dirty="0">
                <a:solidFill>
                  <a:srgbClr val="FFFFFF"/>
                </a:solidFill>
                <a:latin typeface="Malgun Gothic" pitchFamily="34" charset="0"/>
                <a:ea typeface="Malgun Gothic" pitchFamily="34" charset="-122"/>
                <a:cs typeface="Malgun Gothic" pitchFamily="34" charset="-120"/>
              </a:rPr>
              <a:t> 단위</a:t>
            </a:r>
            <a:endParaRPr lang="en-US" sz="1350" dirty="0"/>
          </a:p>
        </p:txBody>
      </p:sp>
      <p:sp>
        <p:nvSpPr>
          <p:cNvPr id="6" name="Shape 4"/>
          <p:cNvSpPr/>
          <p:nvPr/>
        </p:nvSpPr>
        <p:spPr>
          <a:xfrm>
            <a:off x="868680" y="2468880"/>
            <a:ext cx="1600200" cy="2194560"/>
          </a:xfrm>
          <a:prstGeom prst="roundRect">
            <a:avLst>
              <a:gd name="adj" fmla="val 4571"/>
            </a:avLst>
          </a:prstGeom>
          <a:solidFill>
            <a:srgbClr val="262626"/>
          </a:solidFill>
          <a:ln w="9525">
            <a:solidFill>
              <a:srgbClr val="3C3C3C"/>
            </a:solidFill>
            <a:prstDash val="solid"/>
          </a:ln>
        </p:spPr>
      </p:sp>
      <p:sp>
        <p:nvSpPr>
          <p:cNvPr id="7" name="Text 5"/>
          <p:cNvSpPr txBox="1"/>
          <p:nvPr/>
        </p:nvSpPr>
        <p:spPr>
          <a:xfrm>
            <a:off x="868680" y="2468880"/>
            <a:ext cx="1600200" cy="2194560"/>
          </a:xfrm>
          <a:prstGeom prst="rect">
            <a:avLst/>
          </a:prstGeom>
          <a:noFill/>
          <a:ln/>
        </p:spPr>
        <p:txBody>
          <a:bodyPr wrap="square" lIns="0" tIns="0" rIns="0" bIns="0" rtlCol="0" anchor="ctr"/>
          <a:lstStyle/>
          <a:p>
            <a:pPr marL="0" indent="0" algn="ctr">
              <a:lnSpc>
                <a:spcPct val="140000"/>
              </a:lnSpc>
              <a:buNone/>
            </a:pPr>
            <a:r>
              <a:rPr lang="en-US" sz="1250" dirty="0">
                <a:solidFill>
                  <a:srgbClr val="FFFFFF"/>
                </a:solidFill>
                <a:latin typeface="Malgun Gothic" pitchFamily="34" charset="0"/>
                <a:ea typeface="Malgun Gothic" pitchFamily="34" charset="-122"/>
                <a:cs typeface="Malgun Gothic" pitchFamily="34" charset="-120"/>
              </a:rPr>
              <a:t>자식 청크</a:t>
            </a:r>
            <a:endParaRPr lang="en-US" sz="1250" dirty="0"/>
          </a:p>
          <a:p>
            <a:pPr marL="0" indent="0" algn="ctr">
              <a:lnSpc>
                <a:spcPct val="140000"/>
              </a:lnSpc>
              <a:buNone/>
            </a:pPr>
            <a:r>
              <a:rPr lang="en-US" sz="1250" dirty="0">
                <a:solidFill>
                  <a:srgbClr val="FFFFFF"/>
                </a:solidFill>
                <a:latin typeface="Malgun Gothic" pitchFamily="34" charset="0"/>
                <a:ea typeface="Malgun Gothic" pitchFamily="34" charset="-122"/>
                <a:cs typeface="Malgun Gothic" pitchFamily="34" charset="-120"/>
              </a:rPr>
              <a:t>#741</a:t>
            </a:r>
            <a:endParaRPr lang="en-US" sz="1250" dirty="0"/>
          </a:p>
        </p:txBody>
      </p:sp>
      <p:sp>
        <p:nvSpPr>
          <p:cNvPr id="8" name="Shape 6"/>
          <p:cNvSpPr/>
          <p:nvPr/>
        </p:nvSpPr>
        <p:spPr>
          <a:xfrm>
            <a:off x="2606040" y="2468880"/>
            <a:ext cx="1600200" cy="2194560"/>
          </a:xfrm>
          <a:prstGeom prst="roundRect">
            <a:avLst>
              <a:gd name="adj" fmla="val 4571"/>
            </a:avLst>
          </a:prstGeom>
          <a:solidFill>
            <a:srgbClr val="2E2A14"/>
          </a:solidFill>
          <a:ln w="19050">
            <a:solidFill>
              <a:srgbClr val="FFD733"/>
            </a:solidFill>
            <a:prstDash val="solid"/>
          </a:ln>
        </p:spPr>
      </p:sp>
      <p:sp>
        <p:nvSpPr>
          <p:cNvPr id="9" name="Text 7"/>
          <p:cNvSpPr txBox="1"/>
          <p:nvPr/>
        </p:nvSpPr>
        <p:spPr>
          <a:xfrm>
            <a:off x="2606040" y="2468880"/>
            <a:ext cx="1600200" cy="2194560"/>
          </a:xfrm>
          <a:prstGeom prst="rect">
            <a:avLst/>
          </a:prstGeom>
          <a:noFill/>
          <a:ln/>
        </p:spPr>
        <p:txBody>
          <a:bodyPr wrap="square" lIns="0" tIns="0" rIns="0" bIns="0" rtlCol="0" anchor="ctr"/>
          <a:lstStyle/>
          <a:p>
            <a:pPr marL="0" indent="0" algn="ctr">
              <a:lnSpc>
                <a:spcPct val="140000"/>
              </a:lnSpc>
              <a:buNone/>
            </a:pPr>
            <a:r>
              <a:rPr lang="en-US" sz="1250" b="1" dirty="0">
                <a:solidFill>
                  <a:srgbClr val="FFD733"/>
                </a:solidFill>
                <a:latin typeface="Malgun Gothic" pitchFamily="34" charset="0"/>
                <a:ea typeface="Malgun Gothic" pitchFamily="34" charset="-122"/>
                <a:cs typeface="Malgun Gothic" pitchFamily="34" charset="-120"/>
              </a:rPr>
              <a:t>자식 청크</a:t>
            </a:r>
            <a:endParaRPr lang="en-US" sz="1250" dirty="0"/>
          </a:p>
          <a:p>
            <a:pPr marL="0" indent="0" algn="ctr">
              <a:lnSpc>
                <a:spcPct val="140000"/>
              </a:lnSpc>
              <a:buNone/>
            </a:pPr>
            <a:r>
              <a:rPr lang="en-US" sz="1250" b="1" dirty="0">
                <a:solidFill>
                  <a:srgbClr val="FFD733"/>
                </a:solidFill>
                <a:latin typeface="Malgun Gothic" pitchFamily="34" charset="0"/>
                <a:ea typeface="Malgun Gothic" pitchFamily="34" charset="-122"/>
                <a:cs typeface="Malgun Gothic" pitchFamily="34" charset="-120"/>
              </a:rPr>
              <a:t>#742</a:t>
            </a:r>
            <a:endParaRPr lang="en-US" sz="1250" dirty="0"/>
          </a:p>
        </p:txBody>
      </p:sp>
      <p:sp>
        <p:nvSpPr>
          <p:cNvPr id="10" name="Shape 8"/>
          <p:cNvSpPr/>
          <p:nvPr/>
        </p:nvSpPr>
        <p:spPr>
          <a:xfrm>
            <a:off x="4343400" y="2468880"/>
            <a:ext cx="1600200" cy="2194560"/>
          </a:xfrm>
          <a:prstGeom prst="roundRect">
            <a:avLst>
              <a:gd name="adj" fmla="val 4571"/>
            </a:avLst>
          </a:prstGeom>
          <a:solidFill>
            <a:srgbClr val="262626"/>
          </a:solidFill>
          <a:ln w="9525">
            <a:solidFill>
              <a:srgbClr val="3C3C3C"/>
            </a:solidFill>
            <a:prstDash val="solid"/>
          </a:ln>
        </p:spPr>
      </p:sp>
      <p:sp>
        <p:nvSpPr>
          <p:cNvPr id="11" name="Text 9"/>
          <p:cNvSpPr txBox="1"/>
          <p:nvPr/>
        </p:nvSpPr>
        <p:spPr>
          <a:xfrm>
            <a:off x="4343400" y="2468880"/>
            <a:ext cx="1600200" cy="2194560"/>
          </a:xfrm>
          <a:prstGeom prst="rect">
            <a:avLst/>
          </a:prstGeom>
          <a:noFill/>
          <a:ln/>
        </p:spPr>
        <p:txBody>
          <a:bodyPr wrap="square" lIns="0" tIns="0" rIns="0" bIns="0" rtlCol="0" anchor="ctr"/>
          <a:lstStyle/>
          <a:p>
            <a:pPr marL="0" indent="0" algn="ctr">
              <a:lnSpc>
                <a:spcPct val="140000"/>
              </a:lnSpc>
              <a:buNone/>
            </a:pPr>
            <a:r>
              <a:rPr lang="en-US" sz="1250" dirty="0">
                <a:solidFill>
                  <a:srgbClr val="FFFFFF"/>
                </a:solidFill>
                <a:latin typeface="Malgun Gothic" pitchFamily="34" charset="0"/>
                <a:ea typeface="Malgun Gothic" pitchFamily="34" charset="-122"/>
                <a:cs typeface="Malgun Gothic" pitchFamily="34" charset="-120"/>
              </a:rPr>
              <a:t>자식 청크</a:t>
            </a:r>
            <a:endParaRPr lang="en-US" sz="1250" dirty="0"/>
          </a:p>
          <a:p>
            <a:pPr marL="0" indent="0" algn="ctr">
              <a:lnSpc>
                <a:spcPct val="140000"/>
              </a:lnSpc>
              <a:buNone/>
            </a:pPr>
            <a:r>
              <a:rPr lang="en-US" sz="1250" dirty="0">
                <a:solidFill>
                  <a:srgbClr val="FFFFFF"/>
                </a:solidFill>
                <a:latin typeface="Malgun Gothic" pitchFamily="34" charset="0"/>
                <a:ea typeface="Malgun Gothic" pitchFamily="34" charset="-122"/>
                <a:cs typeface="Malgun Gothic" pitchFamily="34" charset="-120"/>
              </a:rPr>
              <a:t>#743</a:t>
            </a:r>
            <a:endParaRPr lang="en-US" sz="1250" dirty="0"/>
          </a:p>
        </p:txBody>
      </p:sp>
      <p:sp>
        <p:nvSpPr>
          <p:cNvPr id="12" name="Shape 10"/>
          <p:cNvSpPr/>
          <p:nvPr/>
        </p:nvSpPr>
        <p:spPr>
          <a:xfrm>
            <a:off x="6263640" y="3383280"/>
            <a:ext cx="640080" cy="0"/>
          </a:xfrm>
          <a:prstGeom prst="line">
            <a:avLst/>
          </a:prstGeom>
          <a:noFill/>
          <a:ln w="22225">
            <a:solidFill>
              <a:srgbClr val="FFD733"/>
            </a:solidFill>
            <a:prstDash val="solid"/>
            <a:tailEnd type="triangle"/>
          </a:ln>
        </p:spPr>
      </p:sp>
      <p:sp>
        <p:nvSpPr>
          <p:cNvPr id="13" name="Text 11"/>
          <p:cNvSpPr txBox="1"/>
          <p:nvPr/>
        </p:nvSpPr>
        <p:spPr>
          <a:xfrm>
            <a:off x="7040880" y="1828800"/>
            <a:ext cx="4480560" cy="3291840"/>
          </a:xfrm>
          <a:prstGeom prst="rect">
            <a:avLst/>
          </a:prstGeom>
          <a:noFill/>
          <a:ln/>
        </p:spPr>
        <p:txBody>
          <a:bodyPr wrap="square" lIns="0" tIns="0" rIns="0" bIns="0" rtlCol="0" anchor="t"/>
          <a:lstStyle/>
          <a:p>
            <a:pPr marL="228600" indent="-228600">
              <a:lnSpc>
                <a:spcPct val="150000"/>
              </a:lnSpc>
              <a:spcAft>
                <a:spcPts val="400"/>
              </a:spcAft>
              <a:buSzPct val="100000"/>
              <a:buChar char="•"/>
            </a:pPr>
            <a:r>
              <a:rPr lang="en-US" sz="1350" b="1" dirty="0">
                <a:solidFill>
                  <a:srgbClr val="FFFFFF"/>
                </a:solidFill>
                <a:latin typeface="Malgun Gothic" pitchFamily="34" charset="0"/>
                <a:ea typeface="Malgun Gothic" pitchFamily="34" charset="-122"/>
                <a:cs typeface="Malgun Gothic" pitchFamily="34" charset="-120"/>
              </a:rPr>
              <a:t>검색할 때: </a:t>
            </a:r>
            <a:r>
              <a:rPr lang="en-US" sz="1350" dirty="0">
                <a:solidFill>
                  <a:srgbClr val="FFFFFF"/>
                </a:solidFill>
                <a:latin typeface="Malgun Gothic" pitchFamily="34" charset="0"/>
                <a:ea typeface="Malgun Gothic" pitchFamily="34" charset="-122"/>
                <a:cs typeface="Malgun Gothic" pitchFamily="34" charset="-120"/>
              </a:rPr>
              <a:t>작은 자식 청크로 찾음. 청크 하나가 다루는 내용이 좁아 질문과 더 정확히 맞음</a:t>
            </a:r>
            <a:endParaRPr lang="en-US" sz="1350" dirty="0"/>
          </a:p>
          <a:p>
            <a:pPr marL="228600" indent="-228600">
              <a:lnSpc>
                <a:spcPct val="150000"/>
              </a:lnSpc>
              <a:spcAft>
                <a:spcPts val="400"/>
              </a:spcAft>
              <a:buSzPct val="100000"/>
              <a:buChar char="•"/>
            </a:pPr>
            <a:r>
              <a:rPr lang="en-US" sz="1350" b="1" dirty="0">
                <a:solidFill>
                  <a:srgbClr val="FFFFFF"/>
                </a:solidFill>
                <a:latin typeface="Malgun Gothic" pitchFamily="34" charset="0"/>
                <a:ea typeface="Malgun Gothic" pitchFamily="34" charset="-122"/>
                <a:cs typeface="Malgun Gothic" pitchFamily="34" charset="-120"/>
              </a:rPr>
              <a:t>답변할 때: </a:t>
            </a:r>
            <a:r>
              <a:rPr lang="en-US" sz="1350" dirty="0">
                <a:solidFill>
                  <a:srgbClr val="FFFFFF"/>
                </a:solidFill>
                <a:latin typeface="Malgun Gothic" pitchFamily="34" charset="0"/>
                <a:ea typeface="Malgun Gothic" pitchFamily="34" charset="-122"/>
                <a:cs typeface="Malgun Gothic" pitchFamily="34" charset="-120"/>
              </a:rPr>
              <a:t>자식 청크가 검색되면 그 청크가 속한 부모(절 전체)를 모델에 넣어 앞뒤 맥락까지 함께 전달</a:t>
            </a:r>
            <a:endParaRPr lang="en-US" sz="1350" dirty="0"/>
          </a:p>
          <a:p>
            <a:pPr marL="228600" indent="-228600">
              <a:lnSpc>
                <a:spcPct val="150000"/>
              </a:lnSpc>
              <a:spcAft>
                <a:spcPts val="400"/>
              </a:spcAft>
              <a:buSzPct val="100000"/>
              <a:buChar char="•"/>
            </a:pPr>
            <a:r>
              <a:rPr lang="en-US" sz="1350" b="1" dirty="0">
                <a:solidFill>
                  <a:srgbClr val="FFFFFF"/>
                </a:solidFill>
                <a:latin typeface="Malgun Gothic" pitchFamily="34" charset="0"/>
                <a:ea typeface="Malgun Gothic" pitchFamily="34" charset="-122"/>
                <a:cs typeface="Malgun Gothic" pitchFamily="34" charset="-120"/>
              </a:rPr>
              <a:t>추가 비용: </a:t>
            </a:r>
            <a:r>
              <a:rPr lang="ko-KR" altLang="en-US" sz="1350" dirty="0">
                <a:solidFill>
                  <a:srgbClr val="FFFFFF"/>
                </a:solidFill>
                <a:latin typeface="Malgun Gothic" pitchFamily="34" charset="0"/>
                <a:ea typeface="Malgun Gothic" pitchFamily="34" charset="-122"/>
                <a:cs typeface="Malgun Gothic" pitchFamily="34" charset="-120"/>
              </a:rPr>
              <a:t>색인 비용은 거의 없음</a:t>
            </a:r>
            <a:r>
              <a:rPr lang="en-US" altLang="ko-KR" sz="1350" dirty="0">
                <a:solidFill>
                  <a:srgbClr val="FFFFFF"/>
                </a:solidFill>
                <a:latin typeface="Malgun Gothic" pitchFamily="34" charset="0"/>
                <a:ea typeface="Malgun Gothic" pitchFamily="34" charset="-122"/>
                <a:cs typeface="Malgun Gothic" pitchFamily="34" charset="-120"/>
              </a:rPr>
              <a:t>(LLM </a:t>
            </a:r>
            <a:r>
              <a:rPr lang="ko-KR" altLang="en-US" sz="1350" dirty="0">
                <a:solidFill>
                  <a:srgbClr val="FFFFFF"/>
                </a:solidFill>
                <a:latin typeface="Malgun Gothic" pitchFamily="34" charset="0"/>
                <a:ea typeface="Malgun Gothic" pitchFamily="34" charset="-122"/>
                <a:cs typeface="Malgun Gothic" pitchFamily="34" charset="-120"/>
              </a:rPr>
              <a:t>호출 없이 </a:t>
            </a:r>
            <a:r>
              <a:rPr lang="ko-KR" altLang="en-US" sz="1350" dirty="0" err="1">
                <a:solidFill>
                  <a:srgbClr val="FFFFFF"/>
                </a:solidFill>
                <a:latin typeface="Malgun Gothic" pitchFamily="34" charset="0"/>
                <a:ea typeface="Malgun Gothic" pitchFamily="34" charset="-122"/>
                <a:cs typeface="Malgun Gothic" pitchFamily="34" charset="-120"/>
              </a:rPr>
              <a:t>청크마다</a:t>
            </a:r>
            <a:r>
              <a:rPr lang="ko-KR" altLang="en-US" sz="1350" dirty="0">
                <a:solidFill>
                  <a:srgbClr val="FFFFFF"/>
                </a:solidFill>
                <a:latin typeface="Malgun Gothic" pitchFamily="34" charset="0"/>
                <a:ea typeface="Malgun Gothic" pitchFamily="34" charset="-122"/>
                <a:cs typeface="Malgun Gothic" pitchFamily="34" charset="-120"/>
              </a:rPr>
              <a:t> </a:t>
            </a:r>
            <a:r>
              <a:rPr lang="en-US" altLang="ko-KR" sz="1350" dirty="0">
                <a:solidFill>
                  <a:srgbClr val="FFFFFF"/>
                </a:solidFill>
                <a:latin typeface="Malgun Gothic" pitchFamily="34" charset="0"/>
                <a:ea typeface="Malgun Gothic" pitchFamily="34" charset="-122"/>
                <a:cs typeface="Malgun Gothic" pitchFamily="34" charset="-120"/>
              </a:rPr>
              <a:t>'</a:t>
            </a:r>
            <a:r>
              <a:rPr lang="ko-KR" altLang="en-US" sz="1350" dirty="0">
                <a:solidFill>
                  <a:srgbClr val="FFFFFF"/>
                </a:solidFill>
                <a:latin typeface="Malgun Gothic" pitchFamily="34" charset="0"/>
                <a:ea typeface="Malgun Gothic" pitchFamily="34" charset="-122"/>
                <a:cs typeface="Malgun Gothic" pitchFamily="34" charset="-120"/>
              </a:rPr>
              <a:t>어느 부모에 속하는지</a:t>
            </a:r>
            <a:r>
              <a:rPr lang="en-US" altLang="ko-KR" sz="1350" dirty="0">
                <a:solidFill>
                  <a:srgbClr val="FFFFFF"/>
                </a:solidFill>
                <a:latin typeface="Malgun Gothic" pitchFamily="34" charset="0"/>
                <a:ea typeface="Malgun Gothic" pitchFamily="34" charset="-122"/>
                <a:cs typeface="Malgun Gothic" pitchFamily="34" charset="-120"/>
              </a:rPr>
              <a:t>'</a:t>
            </a:r>
            <a:r>
              <a:rPr lang="ko-KR" altLang="en-US" sz="1350" dirty="0">
                <a:solidFill>
                  <a:srgbClr val="FFFFFF"/>
                </a:solidFill>
                <a:latin typeface="Malgun Gothic" pitchFamily="34" charset="0"/>
                <a:ea typeface="Malgun Gothic" pitchFamily="34" charset="-122"/>
                <a:cs typeface="Malgun Gothic" pitchFamily="34" charset="-120"/>
              </a:rPr>
              <a:t>만 함께 저장</a:t>
            </a:r>
            <a:r>
              <a:rPr lang="en-US" altLang="ko-KR" sz="1350" dirty="0">
                <a:solidFill>
                  <a:srgbClr val="FFFFFF"/>
                </a:solidFill>
                <a:latin typeface="Malgun Gothic" pitchFamily="34" charset="0"/>
                <a:ea typeface="Malgun Gothic" pitchFamily="34" charset="-122"/>
                <a:cs typeface="Malgun Gothic" pitchFamily="34" charset="-120"/>
              </a:rPr>
              <a:t>). </a:t>
            </a:r>
            <a:r>
              <a:rPr lang="ko-KR" altLang="en-US" sz="1350" dirty="0">
                <a:solidFill>
                  <a:srgbClr val="FFFFFF"/>
                </a:solidFill>
                <a:latin typeface="Malgun Gothic" pitchFamily="34" charset="0"/>
                <a:ea typeface="Malgun Gothic" pitchFamily="34" charset="-122"/>
                <a:cs typeface="Malgun Gothic" pitchFamily="34" charset="-120"/>
              </a:rPr>
              <a:t>대신 답변할 때 모델에 넣는 글이 길어져 질문당 토큰 요금이 늘어남</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r>
              <a:rPr lang="en-US" sz="2800" b="1" dirty="0" err="1">
                <a:solidFill>
                  <a:srgbClr val="FFFFFF"/>
                </a:solidFill>
                <a:latin typeface="Malgun Gothic" pitchFamily="34" charset="0"/>
                <a:ea typeface="Malgun Gothic" pitchFamily="34" charset="-122"/>
                <a:cs typeface="Malgun Gothic" pitchFamily="34" charset="-120"/>
              </a:rPr>
              <a:t>보완 ④ 시맨틱·에이전틱 청킹 — 뜻이 바뀌는 자리를 찾아 자름</a:t>
            </a:r>
          </a:p>
        </p:txBody>
      </p:sp>
      <p:sp>
        <p:nvSpPr>
          <p:cNvPr id="3" name="Lead"/>
          <p:cNvSpPr txBox="1"/>
          <p:nvPr/>
        </p:nvSpPr>
        <p:spPr>
          <a:xfrm>
            <a:off x="640080" y="1170432"/>
            <a:ext cx="10881360" cy="365760"/>
          </a:xfrm>
          <a:prstGeom prst="rect">
            <a:avLst/>
          </a:prstGeom>
          <a:noFill/>
          <a:ln>
            <a:noFill/>
          </a:ln>
        </p:spPr>
        <p:txBody>
          <a:bodyPr wrap="square" lIns="0" tIns="0" rIns="0" bIns="0" rtlCol="0" anchor="ctr"/>
          <a:lstStyle/>
          <a:p>
            <a:pPr marL="0" indent="0" algn="l">
              <a:lnSpc>
                <a:spcPct val="100000"/>
              </a:lnSpc>
              <a:spcAft>
                <a:spcPts val="0"/>
              </a:spcAft>
              <a:buNone/>
            </a:pPr>
            <a:r>
              <a:rPr lang="ko-KR" altLang="en-US" sz="1400" dirty="0">
                <a:solidFill>
                  <a:srgbClr val="FFFFFF"/>
                </a:solidFill>
                <a:latin typeface="Malgun Gothic" pitchFamily="34" charset="0"/>
                <a:ea typeface="Malgun Gothic" pitchFamily="34" charset="-122"/>
                <a:cs typeface="Malgun Gothic" pitchFamily="34" charset="-120"/>
              </a:rPr>
              <a:t>고정 길이 분할은 글자 수를, 구조 인식 분할은 문단 모양을 보고 자름. 이 두 방법은 글의 뜻을 보고 자름. </a:t>
            </a:r>
          </a:p>
        </p:txBody>
      </p:sp>
      <p:sp>
        <p:nvSpPr>
          <p:cNvPr id="4" name="Box 1"/>
          <p:cNvSpPr/>
          <p:nvPr/>
        </p:nvSpPr>
        <p:spPr>
          <a:xfrm>
            <a:off x="640080" y="1737359"/>
            <a:ext cx="5303520" cy="3562773"/>
          </a:xfrm>
          <a:prstGeom prst="roundRect">
            <a:avLst>
              <a:gd name="adj" fmla="val 2353"/>
            </a:avLst>
          </a:prstGeom>
          <a:solidFill>
            <a:srgbClr val="1D1D1D"/>
          </a:solidFill>
          <a:ln w="9525">
            <a:solidFill>
              <a:srgbClr val="3C3C3C"/>
            </a:solidFill>
          </a:ln>
        </p:spPr>
        <p:txBody>
          <a:bodyPr wrap="square" lIns="0" tIns="0" rIns="0" bIns="0" rtlCol="0" anchor="ctr"/>
          <a:lstStyle/>
          <a:p>
            <a:endParaRPr lang="ko-KR" altLang="en-US" dirty="0"/>
          </a:p>
        </p:txBody>
      </p:sp>
      <p:sp>
        <p:nvSpPr>
          <p:cNvPr id="5" name="Box 2"/>
          <p:cNvSpPr/>
          <p:nvPr/>
        </p:nvSpPr>
        <p:spPr>
          <a:xfrm>
            <a:off x="6217920" y="1737360"/>
            <a:ext cx="5303520" cy="3562772"/>
          </a:xfrm>
          <a:prstGeom prst="roundRect">
            <a:avLst>
              <a:gd name="adj" fmla="val 2353"/>
            </a:avLst>
          </a:prstGeom>
          <a:solidFill>
            <a:srgbClr val="1D1D1D"/>
          </a:solidFill>
          <a:ln w="9525">
            <a:solidFill>
              <a:srgbClr val="3C3C3C"/>
            </a:solidFill>
          </a:ln>
        </p:spPr>
        <p:txBody>
          <a:bodyPr wrap="square" lIns="0" tIns="0" rIns="0" bIns="0" rtlCol="0" anchor="ctr"/>
          <a:lstStyle/>
          <a:p>
            <a:endParaRPr lang="ko-KR" altLang="en-US" dirty="0"/>
          </a:p>
        </p:txBody>
      </p:sp>
      <p:sp>
        <p:nvSpPr>
          <p:cNvPr id="6" name="Sem head"/>
          <p:cNvSpPr txBox="1"/>
          <p:nvPr/>
        </p:nvSpPr>
        <p:spPr>
          <a:xfrm>
            <a:off x="822960" y="1810512"/>
            <a:ext cx="4937760" cy="365760"/>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600" b="1" dirty="0">
                <a:solidFill>
                  <a:srgbClr val="FFD733"/>
                </a:solidFill>
                <a:latin typeface="Malgun Gothic" pitchFamily="34" charset="0"/>
                <a:ea typeface="Malgun Gothic" pitchFamily="34" charset="-122"/>
                <a:cs typeface="Malgun Gothic" pitchFamily="34" charset="-120"/>
              </a:rPr>
              <a:t>시맨틱 청킹 (Semantic Chunking)</a:t>
            </a:r>
          </a:p>
        </p:txBody>
      </p:sp>
      <p:sp>
        <p:nvSpPr>
          <p:cNvPr id="7" name="Ag head"/>
          <p:cNvSpPr txBox="1"/>
          <p:nvPr/>
        </p:nvSpPr>
        <p:spPr>
          <a:xfrm>
            <a:off x="6400800" y="1810512"/>
            <a:ext cx="4937760" cy="365760"/>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600" b="1" dirty="0">
                <a:solidFill>
                  <a:srgbClr val="FFD733"/>
                </a:solidFill>
                <a:latin typeface="Malgun Gothic" pitchFamily="34" charset="0"/>
                <a:ea typeface="Malgun Gothic" pitchFamily="34" charset="-122"/>
                <a:cs typeface="Malgun Gothic" pitchFamily="34" charset="-120"/>
              </a:rPr>
              <a:t>에이전틱 청킹 (Agentic Chunking)</a:t>
            </a:r>
          </a:p>
        </p:txBody>
      </p:sp>
      <p:sp>
        <p:nvSpPr>
          <p:cNvPr id="8" name="Sent 1"/>
          <p:cNvSpPr/>
          <p:nvPr/>
        </p:nvSpPr>
        <p:spPr>
          <a:xfrm>
            <a:off x="914400" y="2542032"/>
            <a:ext cx="731520" cy="365760"/>
          </a:xfrm>
          <a:prstGeom prst="roundRect">
            <a:avLst>
              <a:gd name="adj" fmla="val 8000"/>
            </a:avLst>
          </a:prstGeom>
          <a:solidFill>
            <a:srgbClr val="262626"/>
          </a:solidFill>
          <a:ln w="9525">
            <a:solidFill>
              <a:srgbClr val="3C3C3C"/>
            </a:solidFill>
          </a:ln>
        </p:spPr>
        <p:txBody>
          <a:bodyPr wrap="square" lIns="0" tIns="0" rIns="0" bIns="0" rtlCol="0" anchor="ctr"/>
          <a:lstStyle/>
          <a:p>
            <a:pPr marL="0" indent="0" algn="ctr">
              <a:lnSpc>
                <a:spcPct val="100000"/>
              </a:lnSpc>
              <a:spcAft>
                <a:spcPts val="0"/>
              </a:spcAft>
              <a:buNone/>
            </a:pPr>
            <a:r>
              <a:rPr lang="ko-KR" altLang="en-US" sz="1100" dirty="0">
                <a:solidFill>
                  <a:srgbClr val="FFFFFF"/>
                </a:solidFill>
                <a:latin typeface="Malgun Gothic" pitchFamily="34" charset="0"/>
                <a:ea typeface="Malgun Gothic" pitchFamily="34" charset="-122"/>
                <a:cs typeface="Malgun Gothic" pitchFamily="34" charset="-120"/>
              </a:rPr>
              <a:t>문장1</a:t>
            </a:r>
          </a:p>
        </p:txBody>
      </p:sp>
      <p:sp>
        <p:nvSpPr>
          <p:cNvPr id="9" name="Sent 2"/>
          <p:cNvSpPr/>
          <p:nvPr/>
        </p:nvSpPr>
        <p:spPr>
          <a:xfrm>
            <a:off x="1920240" y="2542032"/>
            <a:ext cx="731520" cy="365760"/>
          </a:xfrm>
          <a:prstGeom prst="roundRect">
            <a:avLst>
              <a:gd name="adj" fmla="val 8000"/>
            </a:avLst>
          </a:prstGeom>
          <a:solidFill>
            <a:srgbClr val="262626"/>
          </a:solidFill>
          <a:ln w="9525">
            <a:solidFill>
              <a:srgbClr val="3C3C3C"/>
            </a:solidFill>
          </a:ln>
        </p:spPr>
        <p:txBody>
          <a:bodyPr wrap="square" lIns="0" tIns="0" rIns="0" bIns="0" rtlCol="0" anchor="ctr"/>
          <a:lstStyle/>
          <a:p>
            <a:pPr marL="0" indent="0" algn="ctr">
              <a:lnSpc>
                <a:spcPct val="100000"/>
              </a:lnSpc>
              <a:spcAft>
                <a:spcPts val="0"/>
              </a:spcAft>
              <a:buNone/>
            </a:pPr>
            <a:r>
              <a:rPr lang="ko-KR" altLang="en-US" sz="1100" dirty="0">
                <a:solidFill>
                  <a:srgbClr val="FFFFFF"/>
                </a:solidFill>
                <a:latin typeface="Malgun Gothic" pitchFamily="34" charset="0"/>
                <a:ea typeface="Malgun Gothic" pitchFamily="34" charset="-122"/>
                <a:cs typeface="Malgun Gothic" pitchFamily="34" charset="-120"/>
              </a:rPr>
              <a:t>문장2</a:t>
            </a:r>
          </a:p>
        </p:txBody>
      </p:sp>
      <p:sp>
        <p:nvSpPr>
          <p:cNvPr id="10" name="Sent 3"/>
          <p:cNvSpPr/>
          <p:nvPr/>
        </p:nvSpPr>
        <p:spPr>
          <a:xfrm>
            <a:off x="2926080" y="2542032"/>
            <a:ext cx="731520" cy="365760"/>
          </a:xfrm>
          <a:prstGeom prst="roundRect">
            <a:avLst>
              <a:gd name="adj" fmla="val 8000"/>
            </a:avLst>
          </a:prstGeom>
          <a:solidFill>
            <a:srgbClr val="262626"/>
          </a:solidFill>
          <a:ln w="9525">
            <a:solidFill>
              <a:srgbClr val="3C3C3C"/>
            </a:solidFill>
          </a:ln>
        </p:spPr>
        <p:txBody>
          <a:bodyPr wrap="square" lIns="0" tIns="0" rIns="0" bIns="0" rtlCol="0" anchor="ctr"/>
          <a:lstStyle/>
          <a:p>
            <a:pPr marL="0" indent="0" algn="ctr">
              <a:lnSpc>
                <a:spcPct val="100000"/>
              </a:lnSpc>
              <a:spcAft>
                <a:spcPts val="0"/>
              </a:spcAft>
              <a:buNone/>
            </a:pPr>
            <a:r>
              <a:rPr lang="ko-KR" altLang="en-US" sz="1100" dirty="0">
                <a:solidFill>
                  <a:srgbClr val="FFFFFF"/>
                </a:solidFill>
                <a:latin typeface="Malgun Gothic" pitchFamily="34" charset="0"/>
                <a:ea typeface="Malgun Gothic" pitchFamily="34" charset="-122"/>
                <a:cs typeface="Malgun Gothic" pitchFamily="34" charset="-120"/>
              </a:rPr>
              <a:t>문장3</a:t>
            </a:r>
          </a:p>
        </p:txBody>
      </p:sp>
      <p:sp>
        <p:nvSpPr>
          <p:cNvPr id="11" name="Sent 4"/>
          <p:cNvSpPr/>
          <p:nvPr/>
        </p:nvSpPr>
        <p:spPr>
          <a:xfrm>
            <a:off x="3931920" y="2542032"/>
            <a:ext cx="731520" cy="365760"/>
          </a:xfrm>
          <a:prstGeom prst="roundRect">
            <a:avLst>
              <a:gd name="adj" fmla="val 8000"/>
            </a:avLst>
          </a:prstGeom>
          <a:solidFill>
            <a:srgbClr val="262626"/>
          </a:solidFill>
          <a:ln w="9525">
            <a:solidFill>
              <a:srgbClr val="3C3C3C"/>
            </a:solidFill>
          </a:ln>
        </p:spPr>
        <p:txBody>
          <a:bodyPr wrap="square" lIns="0" tIns="0" rIns="0" bIns="0" rtlCol="0" anchor="ctr"/>
          <a:lstStyle/>
          <a:p>
            <a:pPr marL="0" indent="0" algn="ctr">
              <a:lnSpc>
                <a:spcPct val="100000"/>
              </a:lnSpc>
              <a:spcAft>
                <a:spcPts val="0"/>
              </a:spcAft>
              <a:buNone/>
            </a:pPr>
            <a:r>
              <a:rPr lang="ko-KR" altLang="en-US" sz="1100" dirty="0">
                <a:solidFill>
                  <a:srgbClr val="FFFFFF"/>
                </a:solidFill>
                <a:latin typeface="Malgun Gothic" pitchFamily="34" charset="0"/>
                <a:ea typeface="Malgun Gothic" pitchFamily="34" charset="-122"/>
                <a:cs typeface="Malgun Gothic" pitchFamily="34" charset="-120"/>
              </a:rPr>
              <a:t>문장4</a:t>
            </a:r>
          </a:p>
        </p:txBody>
      </p:sp>
      <p:sp>
        <p:nvSpPr>
          <p:cNvPr id="12" name="Sent 5"/>
          <p:cNvSpPr/>
          <p:nvPr/>
        </p:nvSpPr>
        <p:spPr>
          <a:xfrm>
            <a:off x="4937760" y="2542032"/>
            <a:ext cx="731520" cy="365760"/>
          </a:xfrm>
          <a:prstGeom prst="roundRect">
            <a:avLst>
              <a:gd name="adj" fmla="val 8000"/>
            </a:avLst>
          </a:prstGeom>
          <a:solidFill>
            <a:srgbClr val="262626"/>
          </a:solidFill>
          <a:ln w="9525">
            <a:solidFill>
              <a:srgbClr val="3C3C3C"/>
            </a:solidFill>
          </a:ln>
        </p:spPr>
        <p:txBody>
          <a:bodyPr wrap="square" lIns="0" tIns="0" rIns="0" bIns="0" rtlCol="0" anchor="ctr"/>
          <a:lstStyle/>
          <a:p>
            <a:pPr marL="0" indent="0" algn="ctr">
              <a:lnSpc>
                <a:spcPct val="100000"/>
              </a:lnSpc>
              <a:spcAft>
                <a:spcPts val="0"/>
              </a:spcAft>
              <a:buNone/>
            </a:pPr>
            <a:r>
              <a:rPr lang="ko-KR" altLang="en-US" sz="1100" dirty="0">
                <a:solidFill>
                  <a:srgbClr val="FFFFFF"/>
                </a:solidFill>
                <a:latin typeface="Malgun Gothic" pitchFamily="34" charset="0"/>
                <a:ea typeface="Malgun Gothic" pitchFamily="34" charset="-122"/>
                <a:cs typeface="Malgun Gothic" pitchFamily="34" charset="-120"/>
              </a:rPr>
              <a:t>문장5</a:t>
            </a:r>
          </a:p>
        </p:txBody>
      </p:sp>
      <p:sp>
        <p:nvSpPr>
          <p:cNvPr id="13" name="Diff 1"/>
          <p:cNvSpPr txBox="1"/>
          <p:nvPr/>
        </p:nvSpPr>
        <p:spPr>
          <a:xfrm>
            <a:off x="1280160" y="2267712"/>
            <a:ext cx="1005840" cy="237744"/>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050" dirty="0">
                <a:solidFill>
                  <a:srgbClr val="FFFFFF"/>
                </a:solidFill>
                <a:latin typeface="Malgun Gothic" pitchFamily="34" charset="0"/>
                <a:ea typeface="Malgun Gothic" pitchFamily="34" charset="-122"/>
                <a:cs typeface="Malgun Gothic" pitchFamily="34" charset="-120"/>
              </a:rPr>
              <a:t>비슷함</a:t>
            </a:r>
          </a:p>
        </p:txBody>
      </p:sp>
      <p:sp>
        <p:nvSpPr>
          <p:cNvPr id="14" name="Diff 2"/>
          <p:cNvSpPr txBox="1"/>
          <p:nvPr/>
        </p:nvSpPr>
        <p:spPr>
          <a:xfrm>
            <a:off x="2286000" y="2267712"/>
            <a:ext cx="1005840" cy="237744"/>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050" dirty="0">
                <a:solidFill>
                  <a:srgbClr val="FFFFFF"/>
                </a:solidFill>
                <a:latin typeface="Malgun Gothic" pitchFamily="34" charset="0"/>
                <a:ea typeface="Malgun Gothic" pitchFamily="34" charset="-122"/>
                <a:cs typeface="Malgun Gothic" pitchFamily="34" charset="-120"/>
              </a:rPr>
              <a:t>비슷함</a:t>
            </a:r>
          </a:p>
        </p:txBody>
      </p:sp>
      <p:sp>
        <p:nvSpPr>
          <p:cNvPr id="15" name="Diff 3"/>
          <p:cNvSpPr txBox="1"/>
          <p:nvPr/>
        </p:nvSpPr>
        <p:spPr>
          <a:xfrm>
            <a:off x="3291840" y="2267712"/>
            <a:ext cx="1005840" cy="237744"/>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050" b="1" dirty="0">
                <a:solidFill>
                  <a:srgbClr val="FFD733"/>
                </a:solidFill>
                <a:latin typeface="Malgun Gothic" pitchFamily="34" charset="0"/>
                <a:ea typeface="Malgun Gothic" pitchFamily="34" charset="-122"/>
                <a:cs typeface="Malgun Gothic" pitchFamily="34" charset="-120"/>
              </a:rPr>
              <a:t>크게 다름</a:t>
            </a:r>
          </a:p>
        </p:txBody>
      </p:sp>
      <p:sp>
        <p:nvSpPr>
          <p:cNvPr id="16" name="Diff 4"/>
          <p:cNvSpPr txBox="1"/>
          <p:nvPr/>
        </p:nvSpPr>
        <p:spPr>
          <a:xfrm>
            <a:off x="4297680" y="2267712"/>
            <a:ext cx="1005840" cy="237744"/>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050" dirty="0">
                <a:solidFill>
                  <a:srgbClr val="FFFFFF"/>
                </a:solidFill>
                <a:latin typeface="Malgun Gothic" pitchFamily="34" charset="0"/>
                <a:ea typeface="Malgun Gothic" pitchFamily="34" charset="-122"/>
                <a:cs typeface="Malgun Gothic" pitchFamily="34" charset="-120"/>
              </a:rPr>
              <a:t>비슷함</a:t>
            </a:r>
          </a:p>
        </p:txBody>
      </p:sp>
      <p:cxnSp>
        <p:nvCxnSpPr>
          <p:cNvPr id="17" name="Cut"/>
          <p:cNvCxnSpPr/>
          <p:nvPr/>
        </p:nvCxnSpPr>
        <p:spPr>
          <a:xfrm>
            <a:off x="3794760" y="2505456"/>
            <a:ext cx="0" cy="438912"/>
          </a:xfrm>
          <a:prstGeom prst="line">
            <a:avLst/>
          </a:prstGeom>
          <a:ln w="28575">
            <a:solidFill>
              <a:srgbClr val="FFD733"/>
            </a:solidFill>
          </a:ln>
        </p:spPr>
      </p:cxnSp>
      <p:sp>
        <p:nvSpPr>
          <p:cNvPr id="18" name="Cut label"/>
          <p:cNvSpPr txBox="1"/>
          <p:nvPr/>
        </p:nvSpPr>
        <p:spPr>
          <a:xfrm>
            <a:off x="2331720" y="2962656"/>
            <a:ext cx="2926080" cy="256032"/>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100" b="1" dirty="0">
                <a:solidFill>
                  <a:srgbClr val="FFD733"/>
                </a:solidFill>
                <a:latin typeface="Malgun Gothic" pitchFamily="34" charset="0"/>
                <a:ea typeface="Malgun Gothic" pitchFamily="34" charset="-122"/>
                <a:cs typeface="Malgun Gothic" pitchFamily="34" charset="-120"/>
              </a:rPr>
              <a:t>▲ 주제가 바뀐 곳에서 자름</a:t>
            </a:r>
          </a:p>
        </p:txBody>
      </p:sp>
      <p:sp>
        <p:nvSpPr>
          <p:cNvPr id="19" name="Step 1"/>
          <p:cNvSpPr/>
          <p:nvPr/>
        </p:nvSpPr>
        <p:spPr>
          <a:xfrm>
            <a:off x="6537960" y="2542032"/>
            <a:ext cx="1234440" cy="365760"/>
          </a:xfrm>
          <a:prstGeom prst="roundRect">
            <a:avLst>
              <a:gd name="adj" fmla="val 8000"/>
            </a:avLst>
          </a:prstGeom>
          <a:solidFill>
            <a:srgbClr val="262626"/>
          </a:solidFill>
          <a:ln w="9525">
            <a:solidFill>
              <a:srgbClr val="3C3C3C"/>
            </a:solidFill>
          </a:ln>
        </p:spPr>
        <p:txBody>
          <a:bodyPr wrap="square" lIns="0" tIns="0" rIns="0" bIns="0" rtlCol="0" anchor="ctr"/>
          <a:lstStyle/>
          <a:p>
            <a:pPr marL="0" indent="0" algn="ctr">
              <a:lnSpc>
                <a:spcPct val="100000"/>
              </a:lnSpc>
              <a:spcAft>
                <a:spcPts val="0"/>
              </a:spcAft>
              <a:buNone/>
            </a:pPr>
            <a:r>
              <a:rPr lang="ko-KR" altLang="en-US" sz="1100" dirty="0">
                <a:solidFill>
                  <a:srgbClr val="FFFFFF"/>
                </a:solidFill>
                <a:latin typeface="Malgun Gothic" pitchFamily="34" charset="0"/>
                <a:ea typeface="Malgun Gothic" pitchFamily="34" charset="-122"/>
                <a:cs typeface="Malgun Gothic" pitchFamily="34" charset="-120"/>
              </a:rPr>
              <a:t>글 전체</a:t>
            </a:r>
          </a:p>
        </p:txBody>
      </p:sp>
      <p:sp>
        <p:nvSpPr>
          <p:cNvPr id="20" name="Step 2"/>
          <p:cNvSpPr/>
          <p:nvPr/>
        </p:nvSpPr>
        <p:spPr>
          <a:xfrm>
            <a:off x="8321040" y="2542032"/>
            <a:ext cx="1234440" cy="365760"/>
          </a:xfrm>
          <a:prstGeom prst="roundRect">
            <a:avLst>
              <a:gd name="adj" fmla="val 8000"/>
            </a:avLst>
          </a:prstGeom>
          <a:solidFill>
            <a:srgbClr val="262626"/>
          </a:solidFill>
          <a:ln w="19050">
            <a:solidFill>
              <a:srgbClr val="FFD733"/>
            </a:solidFill>
          </a:ln>
        </p:spPr>
        <p:txBody>
          <a:bodyPr wrap="square" lIns="0" tIns="0" rIns="0" bIns="0" rtlCol="0" anchor="ctr"/>
          <a:lstStyle/>
          <a:p>
            <a:pPr marL="0" indent="0" algn="ctr">
              <a:lnSpc>
                <a:spcPct val="100000"/>
              </a:lnSpc>
              <a:spcAft>
                <a:spcPts val="0"/>
              </a:spcAft>
              <a:buNone/>
            </a:pPr>
            <a:r>
              <a:rPr lang="ko-KR" altLang="en-US" sz="1100" b="1" dirty="0">
                <a:solidFill>
                  <a:srgbClr val="FFFFFF"/>
                </a:solidFill>
                <a:latin typeface="Malgun Gothic" pitchFamily="34" charset="0"/>
                <a:ea typeface="Malgun Gothic" pitchFamily="34" charset="-122"/>
                <a:cs typeface="Malgun Gothic" pitchFamily="34" charset="-120"/>
              </a:rPr>
              <a:t>LLM</a:t>
            </a:r>
          </a:p>
        </p:txBody>
      </p:sp>
      <p:sp>
        <p:nvSpPr>
          <p:cNvPr id="21" name="Step 3"/>
          <p:cNvSpPr/>
          <p:nvPr/>
        </p:nvSpPr>
        <p:spPr>
          <a:xfrm>
            <a:off x="10104120" y="2542032"/>
            <a:ext cx="1234440" cy="365760"/>
          </a:xfrm>
          <a:prstGeom prst="roundRect">
            <a:avLst>
              <a:gd name="adj" fmla="val 8000"/>
            </a:avLst>
          </a:prstGeom>
          <a:solidFill>
            <a:srgbClr val="262626"/>
          </a:solidFill>
          <a:ln w="9525">
            <a:solidFill>
              <a:srgbClr val="3C3C3C"/>
            </a:solidFill>
          </a:ln>
        </p:spPr>
        <p:txBody>
          <a:bodyPr wrap="square" lIns="0" tIns="0" rIns="0" bIns="0" rtlCol="0" anchor="ctr"/>
          <a:lstStyle/>
          <a:p>
            <a:pPr marL="0" indent="0" algn="ctr">
              <a:lnSpc>
                <a:spcPct val="100000"/>
              </a:lnSpc>
              <a:spcAft>
                <a:spcPts val="0"/>
              </a:spcAft>
              <a:buNone/>
            </a:pPr>
            <a:r>
              <a:rPr lang="ko-KR" altLang="en-US" sz="1100" dirty="0">
                <a:solidFill>
                  <a:srgbClr val="FFFFFF"/>
                </a:solidFill>
                <a:latin typeface="Malgun Gothic" pitchFamily="34" charset="0"/>
                <a:ea typeface="Malgun Gothic" pitchFamily="34" charset="-122"/>
                <a:cs typeface="Malgun Gothic" pitchFamily="34" charset="-120"/>
              </a:rPr>
              <a:t>자를 자리</a:t>
            </a:r>
          </a:p>
        </p:txBody>
      </p:sp>
      <p:cxnSp>
        <p:nvCxnSpPr>
          <p:cNvPr id="22" name="Arrow 1"/>
          <p:cNvCxnSpPr/>
          <p:nvPr/>
        </p:nvCxnSpPr>
        <p:spPr>
          <a:xfrm>
            <a:off x="7845552" y="2724912"/>
            <a:ext cx="402336" cy="0"/>
          </a:xfrm>
          <a:prstGeom prst="line">
            <a:avLst/>
          </a:prstGeom>
          <a:ln w="22225">
            <a:solidFill>
              <a:srgbClr val="FFD733"/>
            </a:solidFill>
            <a:tailEnd type="triangle"/>
          </a:ln>
        </p:spPr>
      </p:cxnSp>
      <p:cxnSp>
        <p:nvCxnSpPr>
          <p:cNvPr id="23" name="Arrow 2"/>
          <p:cNvCxnSpPr/>
          <p:nvPr/>
        </p:nvCxnSpPr>
        <p:spPr>
          <a:xfrm>
            <a:off x="9628632" y="2724912"/>
            <a:ext cx="402336" cy="0"/>
          </a:xfrm>
          <a:prstGeom prst="line">
            <a:avLst/>
          </a:prstGeom>
          <a:ln w="22225">
            <a:solidFill>
              <a:srgbClr val="FFD733"/>
            </a:solidFill>
            <a:tailEnd type="triangle"/>
          </a:ln>
        </p:spPr>
      </p:cxnSp>
      <p:sp>
        <p:nvSpPr>
          <p:cNvPr id="24" name="Ask"/>
          <p:cNvSpPr txBox="1"/>
          <p:nvPr/>
        </p:nvSpPr>
        <p:spPr>
          <a:xfrm>
            <a:off x="7475220" y="2267712"/>
            <a:ext cx="2926080" cy="237744"/>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050" dirty="0">
                <a:solidFill>
                  <a:srgbClr val="FFFFFF"/>
                </a:solidFill>
                <a:latin typeface="Malgun Gothic" pitchFamily="34" charset="0"/>
                <a:ea typeface="Malgun Gothic" pitchFamily="34" charset="-122"/>
                <a:cs typeface="Malgun Gothic" pitchFamily="34" charset="-120"/>
              </a:rPr>
              <a:t>“주제가 바뀌는 곳을 골라 줘”</a:t>
            </a:r>
          </a:p>
        </p:txBody>
      </p:sp>
      <p:sp>
        <p:nvSpPr>
          <p:cNvPr id="25" name="Ag note"/>
          <p:cNvSpPr txBox="1"/>
          <p:nvPr/>
        </p:nvSpPr>
        <p:spPr>
          <a:xfrm>
            <a:off x="6835140" y="2962656"/>
            <a:ext cx="4206240" cy="256032"/>
          </a:xfrm>
          <a:prstGeom prst="rect">
            <a:avLst/>
          </a:prstGeom>
          <a:noFill/>
          <a:ln>
            <a:noFill/>
          </a:ln>
        </p:spPr>
        <p:txBody>
          <a:bodyPr wrap="square" lIns="0" tIns="0" rIns="0" bIns="0" rtlCol="0" anchor="ctr"/>
          <a:lstStyle/>
          <a:p>
            <a:pPr marL="0" indent="0" algn="ctr">
              <a:lnSpc>
                <a:spcPct val="100000"/>
              </a:lnSpc>
              <a:spcAft>
                <a:spcPts val="0"/>
              </a:spcAft>
              <a:buNone/>
            </a:pPr>
            <a:r>
              <a:rPr lang="ko-KR" altLang="en-US" sz="1100" b="1" dirty="0">
                <a:solidFill>
                  <a:srgbClr val="FFD733"/>
                </a:solidFill>
                <a:latin typeface="Malgun Gothic" pitchFamily="34" charset="0"/>
                <a:ea typeface="Malgun Gothic" pitchFamily="34" charset="-122"/>
                <a:cs typeface="Malgun Gothic" pitchFamily="34" charset="-120"/>
              </a:rPr>
              <a:t>▲ LLM이 글을 읽고 자를 자리를 직접 고름</a:t>
            </a:r>
          </a:p>
        </p:txBody>
      </p:sp>
      <p:sp>
        <p:nvSpPr>
          <p:cNvPr id="26" name="Items 1"/>
          <p:cNvSpPr txBox="1"/>
          <p:nvPr/>
        </p:nvSpPr>
        <p:spPr>
          <a:xfrm>
            <a:off x="868680" y="3337560"/>
            <a:ext cx="4846320" cy="1691640"/>
          </a:xfrm>
          <a:prstGeom prst="rect">
            <a:avLst/>
          </a:prstGeom>
          <a:noFill/>
          <a:ln>
            <a:noFill/>
          </a:ln>
        </p:spPr>
        <p:txBody>
          <a:bodyPr wrap="square" lIns="0" tIns="0" rIns="0" bIns="0" rtlCol="0" anchor="t"/>
          <a:lstStyle/>
          <a:p>
            <a:pPr marL="228600" indent="-228600" algn="l">
              <a:lnSpc>
                <a:spcPct val="150000"/>
              </a:lnSpc>
              <a:spcAft>
                <a:spcPts val="500"/>
              </a:spcAft>
              <a:buSzPct val="100000"/>
              <a:buChar char="•"/>
            </a:pPr>
            <a:r>
              <a:rPr lang="ko-KR" altLang="en-US" sz="1300" dirty="0">
                <a:solidFill>
                  <a:srgbClr val="FFFFFF"/>
                </a:solidFill>
                <a:latin typeface="Malgun Gothic" pitchFamily="34" charset="0"/>
                <a:ea typeface="Malgun Gothic" pitchFamily="34" charset="-122"/>
                <a:cs typeface="Malgun Gothic" pitchFamily="34" charset="-120"/>
              </a:rPr>
              <a:t>문장마다 벡터를 만들어 이웃 문장과 비교하고, 뜻 차이가 크게 벌어지는 자리에서 자름</a:t>
            </a:r>
            <a:endParaRPr lang="en-US" altLang="ko-KR" sz="1300" dirty="0">
              <a:solidFill>
                <a:srgbClr val="FFFFFF"/>
              </a:solidFill>
              <a:latin typeface="Malgun Gothic" pitchFamily="34" charset="0"/>
              <a:ea typeface="Malgun Gothic" pitchFamily="34" charset="-122"/>
              <a:cs typeface="Malgun Gothic" pitchFamily="34" charset="-120"/>
            </a:endParaRPr>
          </a:p>
          <a:p>
            <a:pPr marL="228600" indent="-228600" algn="l">
              <a:lnSpc>
                <a:spcPct val="150000"/>
              </a:lnSpc>
              <a:spcAft>
                <a:spcPts val="500"/>
              </a:spcAft>
              <a:buSzPct val="100000"/>
              <a:buChar char="•"/>
            </a:pPr>
            <a:r>
              <a:rPr lang="ko-KR" altLang="en-US" sz="1300" dirty="0">
                <a:solidFill>
                  <a:srgbClr val="FFFFFF"/>
                </a:solidFill>
                <a:latin typeface="Malgun Gothic" pitchFamily="34" charset="0"/>
                <a:ea typeface="Malgun Gothic" pitchFamily="34" charset="-122"/>
                <a:cs typeface="Malgun Gothic" pitchFamily="34" charset="-120"/>
              </a:rPr>
              <a:t>예시</a:t>
            </a:r>
            <a:r>
              <a:rPr lang="en-US" altLang="ko-KR"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회의록에서 예산 이야기가 이어지다가 갑자기 채용 이야기로 넘어가면</a:t>
            </a:r>
            <a:r>
              <a:rPr lang="en-US" altLang="ko-KR"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예산 </a:t>
            </a:r>
            <a:r>
              <a:rPr lang="ko-KR" altLang="en-US" sz="1300" dirty="0" err="1">
                <a:solidFill>
                  <a:srgbClr val="FFFFFF"/>
                </a:solidFill>
                <a:latin typeface="Malgun Gothic" pitchFamily="34" charset="0"/>
                <a:ea typeface="Malgun Gothic" pitchFamily="34" charset="-122"/>
                <a:cs typeface="Malgun Gothic" pitchFamily="34" charset="-120"/>
              </a:rPr>
              <a:t>문장끼리는</a:t>
            </a:r>
            <a:r>
              <a:rPr lang="ko-KR" altLang="en-US" sz="1300" dirty="0">
                <a:solidFill>
                  <a:srgbClr val="FFFFFF"/>
                </a:solidFill>
                <a:latin typeface="Malgun Gothic" pitchFamily="34" charset="0"/>
                <a:ea typeface="Malgun Gothic" pitchFamily="34" charset="-122"/>
                <a:cs typeface="Malgun Gothic" pitchFamily="34" charset="-120"/>
              </a:rPr>
              <a:t> 가깝고 </a:t>
            </a:r>
            <a:r>
              <a:rPr lang="ko-KR" altLang="en-US" sz="1300" dirty="0" err="1">
                <a:solidFill>
                  <a:srgbClr val="FFFFFF"/>
                </a:solidFill>
                <a:latin typeface="Malgun Gothic" pitchFamily="34" charset="0"/>
                <a:ea typeface="Malgun Gothic" pitchFamily="34" charset="-122"/>
                <a:cs typeface="Malgun Gothic" pitchFamily="34" charset="-120"/>
              </a:rPr>
              <a:t>예산→채용으로</a:t>
            </a:r>
            <a:r>
              <a:rPr lang="ko-KR" altLang="en-US" sz="1300" dirty="0">
                <a:solidFill>
                  <a:srgbClr val="FFFFFF"/>
                </a:solidFill>
                <a:latin typeface="Malgun Gothic" pitchFamily="34" charset="0"/>
                <a:ea typeface="Malgun Gothic" pitchFamily="34" charset="-122"/>
                <a:cs typeface="Malgun Gothic" pitchFamily="34" charset="-120"/>
              </a:rPr>
              <a:t> 넘어가는 자리에서만 거리가 확 벌어짐</a:t>
            </a:r>
          </a:p>
        </p:txBody>
      </p:sp>
      <p:sp>
        <p:nvSpPr>
          <p:cNvPr id="27" name="Items 2"/>
          <p:cNvSpPr txBox="1"/>
          <p:nvPr/>
        </p:nvSpPr>
        <p:spPr>
          <a:xfrm>
            <a:off x="6446520" y="3337560"/>
            <a:ext cx="4846320" cy="1325880"/>
          </a:xfrm>
          <a:prstGeom prst="rect">
            <a:avLst/>
          </a:prstGeom>
          <a:noFill/>
          <a:ln>
            <a:noFill/>
          </a:ln>
        </p:spPr>
        <p:txBody>
          <a:bodyPr wrap="square" lIns="0" tIns="0" rIns="0" bIns="0" rtlCol="0" anchor="t"/>
          <a:lstStyle/>
          <a:p>
            <a:pPr marL="228600" indent="-228600" algn="l">
              <a:lnSpc>
                <a:spcPct val="150000"/>
              </a:lnSpc>
              <a:spcAft>
                <a:spcPts val="500"/>
              </a:spcAft>
              <a:buSzPct val="100000"/>
              <a:buChar char="•"/>
            </a:pPr>
            <a:r>
              <a:rPr lang="ko-KR" altLang="en-US" sz="1300" dirty="0">
                <a:solidFill>
                  <a:srgbClr val="FFFFFF"/>
                </a:solidFill>
                <a:latin typeface="Malgun Gothic" pitchFamily="34" charset="0"/>
                <a:ea typeface="Malgun Gothic" pitchFamily="34" charset="-122"/>
                <a:cs typeface="Malgun Gothic" pitchFamily="34" charset="-120"/>
              </a:rPr>
              <a:t>비용: 글 전체를 LLM에 읽혀야 해 가장 비싸고 느림</a:t>
            </a:r>
          </a:p>
          <a:p>
            <a:pPr marL="228600" indent="-228600" algn="l">
              <a:lnSpc>
                <a:spcPct val="150000"/>
              </a:lnSpc>
              <a:spcAft>
                <a:spcPts val="500"/>
              </a:spcAft>
              <a:buSzPct val="100000"/>
              <a:buChar char="•"/>
            </a:pPr>
            <a:r>
              <a:rPr lang="ko-KR" altLang="en-US" sz="1300" dirty="0">
                <a:solidFill>
                  <a:srgbClr val="FFFFFF"/>
                </a:solidFill>
                <a:latin typeface="Malgun Gothic" pitchFamily="34" charset="0"/>
                <a:ea typeface="Malgun Gothic" pitchFamily="34" charset="-122"/>
                <a:cs typeface="Malgun Gothic" pitchFamily="34" charset="-120"/>
              </a:rPr>
              <a:t>같은 글이라도 실행할 때마다 자르는 자리가 달라질 수 있음</a:t>
            </a:r>
          </a:p>
          <a:p>
            <a:pPr marL="228600" indent="-228600" algn="l">
              <a:lnSpc>
                <a:spcPct val="150000"/>
              </a:lnSpc>
              <a:spcAft>
                <a:spcPts val="500"/>
              </a:spcAft>
              <a:buSzPct val="100000"/>
              <a:buChar char="•"/>
            </a:pPr>
            <a:r>
              <a:rPr lang="ko-KR" altLang="en-US" sz="1300" dirty="0">
                <a:solidFill>
                  <a:srgbClr val="FFFFFF"/>
                </a:solidFill>
                <a:latin typeface="Malgun Gothic" pitchFamily="34" charset="0"/>
                <a:ea typeface="Malgun Gothic" pitchFamily="34" charset="-122"/>
                <a:cs typeface="Malgun Gothic" pitchFamily="34" charset="-120"/>
              </a:rPr>
              <a:t>현업: 주요 서비스의 기본 옵션에는 없어 대부분 직접 구현. 아직 정착되지 않은 방법이라</a:t>
            </a:r>
            <a:r>
              <a:rPr lang="en-US" altLang="ko-KR"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이런</a:t>
            </a:r>
            <a:r>
              <a:rPr lang="en-US" altLang="ko-KR"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방법도</a:t>
            </a:r>
            <a:r>
              <a:rPr lang="en-US" altLang="ko-KR" sz="1300" dirty="0">
                <a:solidFill>
                  <a:srgbClr val="FFFFFF"/>
                </a:solidFill>
                <a:latin typeface="Malgun Gothic" pitchFamily="34" charset="0"/>
                <a:ea typeface="Malgun Gothic" pitchFamily="34" charset="-122"/>
                <a:cs typeface="Malgun Gothic" pitchFamily="34" charset="-120"/>
              </a:rPr>
              <a:t> </a:t>
            </a:r>
            <a:r>
              <a:rPr lang="ko-KR" altLang="en-US" sz="1300" dirty="0">
                <a:solidFill>
                  <a:srgbClr val="FFFFFF"/>
                </a:solidFill>
                <a:latin typeface="Malgun Gothic" pitchFamily="34" charset="0"/>
                <a:ea typeface="Malgun Gothic" pitchFamily="34" charset="-122"/>
                <a:cs typeface="Malgun Gothic" pitchFamily="34" charset="-120"/>
              </a:rPr>
              <a:t>있다 정도</a:t>
            </a:r>
            <a:r>
              <a:rPr lang="en-US" altLang="ko-KR" sz="1300" dirty="0">
                <a:solidFill>
                  <a:srgbClr val="FFFFFF"/>
                </a:solidFill>
                <a:latin typeface="Malgun Gothic" pitchFamily="34" charset="0"/>
                <a:ea typeface="Malgun Gothic" pitchFamily="34" charset="-122"/>
                <a:cs typeface="Malgun Gothic" pitchFamily="34" charset="-120"/>
              </a:rPr>
              <a:t>.</a:t>
            </a:r>
            <a:endParaRPr lang="ko-KR" altLang="en-US" sz="1300" dirty="0">
              <a:solidFill>
                <a:srgbClr val="FFFFFF"/>
              </a:solidFill>
              <a:latin typeface="Malgun Gothic" pitchFamily="34" charset="0"/>
              <a:ea typeface="Malgun Gothic" pitchFamily="34" charset="-122"/>
              <a:cs typeface="Malgun Gothic" pitchFamily="34" charset="-120"/>
            </a:endParaRPr>
          </a:p>
        </p:txBody>
      </p:sp>
      <p:sp>
        <p:nvSpPr>
          <p:cNvPr id="28" name="When"/>
          <p:cNvSpPr/>
          <p:nvPr/>
        </p:nvSpPr>
        <p:spPr>
          <a:xfrm>
            <a:off x="640080" y="5586984"/>
            <a:ext cx="10881360" cy="722376"/>
          </a:xfrm>
          <a:prstGeom prst="roundRect">
            <a:avLst>
              <a:gd name="adj" fmla="val 2000"/>
            </a:avLst>
          </a:prstGeom>
          <a:solidFill>
            <a:srgbClr val="1D1D1D"/>
          </a:solidFill>
          <a:ln w="19050">
            <a:solidFill>
              <a:srgbClr val="FFD733"/>
            </a:solidFill>
          </a:ln>
        </p:spPr>
        <p:txBody>
          <a:bodyPr wrap="square" lIns="274320" tIns="91440" rIns="274320" bIns="91440" rtlCol="0" anchor="ctr"/>
          <a:lstStyle/>
          <a:p>
            <a:pPr marL="0" indent="0" algn="l">
              <a:lnSpc>
                <a:spcPct val="100000"/>
              </a:lnSpc>
              <a:spcAft>
                <a:spcPts val="400"/>
              </a:spcAft>
              <a:buNone/>
            </a:pPr>
            <a:r>
              <a:rPr lang="ko-KR" altLang="en-US" sz="1400" b="1" dirty="0">
                <a:solidFill>
                  <a:srgbClr val="FFD733"/>
                </a:solidFill>
                <a:latin typeface="Malgun Gothic" pitchFamily="34" charset="0"/>
                <a:ea typeface="Malgun Gothic" pitchFamily="34" charset="-122"/>
                <a:cs typeface="Malgun Gothic" pitchFamily="34" charset="-120"/>
              </a:rPr>
              <a:t>언제 쓰나</a:t>
            </a:r>
          </a:p>
          <a:p>
            <a:pPr marL="228600" indent="-228600" algn="l">
              <a:lnSpc>
                <a:spcPct val="115000"/>
              </a:lnSpc>
              <a:spcAft>
                <a:spcPts val="300"/>
              </a:spcAft>
              <a:buSzPct val="100000"/>
              <a:buChar char="•"/>
            </a:pPr>
            <a:r>
              <a:rPr lang="ko-KR" altLang="en-US" sz="1300" dirty="0">
                <a:solidFill>
                  <a:srgbClr val="FFFFFF"/>
                </a:solidFill>
                <a:latin typeface="Malgun Gothic" pitchFamily="34" charset="0"/>
                <a:ea typeface="Malgun Gothic" pitchFamily="34" charset="-122"/>
                <a:cs typeface="Malgun Gothic" pitchFamily="34" charset="-120"/>
              </a:rPr>
              <a:t>회의록·상담 기록·음성 받아쓰기처럼 문단과 제목이 없는 긴 글. 모양으로는 자를 기준을 찾을 수 없을 때 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2103120"/>
            <a:ext cx="10515600" cy="548640"/>
          </a:xfrm>
          <a:prstGeom prst="rect">
            <a:avLst/>
          </a:prstGeom>
          <a:noFill/>
          <a:ln/>
        </p:spPr>
        <p:txBody>
          <a:bodyPr wrap="square" lIns="0" tIns="0" rIns="0" bIns="0" rtlCol="0" anchor="ctr"/>
          <a:lstStyle/>
          <a:p>
            <a:pPr marL="0" indent="0" algn="ctr">
              <a:buNone/>
            </a:pPr>
            <a:r>
              <a:rPr lang="en-US" sz="1800" b="1" kern="0" spc="400" dirty="0" err="1">
                <a:solidFill>
                  <a:srgbClr val="FFD733"/>
                </a:solidFill>
                <a:latin typeface="Malgun Gothic" pitchFamily="34" charset="0"/>
                <a:ea typeface="Malgun Gothic" pitchFamily="34" charset="-122"/>
                <a:cs typeface="Malgun Gothic" pitchFamily="34" charset="-120"/>
              </a:rPr>
              <a:t>실습</a:t>
            </a:r>
            <a:endParaRPr lang="en-US" sz="1800" dirty="0"/>
          </a:p>
        </p:txBody>
      </p:sp>
      <p:sp>
        <p:nvSpPr>
          <p:cNvPr id="3" name="Text 1"/>
          <p:cNvSpPr txBox="1"/>
          <p:nvPr/>
        </p:nvSpPr>
        <p:spPr>
          <a:xfrm>
            <a:off x="822960" y="2743200"/>
            <a:ext cx="105156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Malgun Gothic" pitchFamily="34" charset="0"/>
                <a:ea typeface="Malgun Gothic" pitchFamily="34" charset="-122"/>
                <a:cs typeface="Malgun Gothic" pitchFamily="34" charset="-120"/>
              </a:rPr>
              <a:t>인제스트 실습</a:t>
            </a:r>
            <a:endParaRPr lang="en-US" sz="4000" dirty="0"/>
          </a:p>
        </p:txBody>
      </p:sp>
      <p:sp>
        <p:nvSpPr>
          <p:cNvPr id="5" name="Shape 3"/>
          <p:cNvSpPr/>
          <p:nvPr/>
        </p:nvSpPr>
        <p:spPr>
          <a:xfrm>
            <a:off x="5394960" y="3703320"/>
            <a:ext cx="1371600" cy="0"/>
          </a:xfrm>
          <a:prstGeom prst="line">
            <a:avLst/>
          </a:prstGeom>
          <a:noFill/>
          <a:ln w="19050">
            <a:solidFill>
              <a:srgbClr val="FFD733"/>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ko-KR" altLang="en-US" sz="2800" b="1" dirty="0" err="1">
                <a:solidFill>
                  <a:srgbClr val="FFFFFF"/>
                </a:solidFill>
                <a:latin typeface="Malgun Gothic" pitchFamily="34" charset="0"/>
                <a:ea typeface="Malgun Gothic" pitchFamily="34" charset="-122"/>
                <a:cs typeface="Malgun Gothic" pitchFamily="34" charset="-120"/>
              </a:rPr>
              <a:t>인제스트</a:t>
            </a:r>
            <a:r>
              <a:rPr 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실습에서</a:t>
            </a:r>
            <a:r>
              <a:rPr lang="en-US" sz="2800" b="1" dirty="0">
                <a:solidFill>
                  <a:srgbClr val="FFFFFF"/>
                </a:solidFill>
                <a:latin typeface="Malgun Gothic" pitchFamily="34" charset="0"/>
                <a:ea typeface="Malgun Gothic" pitchFamily="34" charset="-122"/>
                <a:cs typeface="Malgun Gothic" pitchFamily="34" charset="-120"/>
              </a:rPr>
              <a:t> 확인하는 개념</a:t>
            </a:r>
            <a:endParaRPr lang="en-US" sz="2800" dirty="0"/>
          </a:p>
        </p:txBody>
      </p:sp>
      <p:sp>
        <p:nvSpPr>
          <p:cNvPr id="4" name="Shape 2"/>
          <p:cNvSpPr/>
          <p:nvPr/>
        </p:nvSpPr>
        <p:spPr>
          <a:xfrm>
            <a:off x="640080" y="1965960"/>
            <a:ext cx="2743200" cy="868680"/>
          </a:xfrm>
          <a:prstGeom prst="roundRect">
            <a:avLst>
              <a:gd name="adj" fmla="val 8421"/>
            </a:avLst>
          </a:prstGeom>
          <a:solidFill>
            <a:srgbClr val="262626"/>
          </a:solidFill>
          <a:ln w="19050">
            <a:solidFill>
              <a:srgbClr val="FFD733"/>
            </a:solidFill>
            <a:prstDash val="solid"/>
          </a:ln>
        </p:spPr>
      </p:sp>
      <p:sp>
        <p:nvSpPr>
          <p:cNvPr id="5" name="Text 3"/>
          <p:cNvSpPr txBox="1"/>
          <p:nvPr/>
        </p:nvSpPr>
        <p:spPr>
          <a:xfrm>
            <a:off x="777240" y="2075688"/>
            <a:ext cx="2468880" cy="411480"/>
          </a:xfrm>
          <a:prstGeom prst="rect">
            <a:avLst/>
          </a:prstGeom>
          <a:noFill/>
          <a:ln/>
        </p:spPr>
        <p:txBody>
          <a:bodyPr wrap="square" lIns="0" tIns="0" rIns="0" bIns="0" rtlCol="0" anchor="ctr"/>
          <a:lstStyle/>
          <a:p>
            <a:pPr marL="0" indent="0" algn="ctr">
              <a:buNone/>
            </a:pPr>
            <a:r>
              <a:rPr lang="en-US" sz="1500" b="1" dirty="0">
                <a:solidFill>
                  <a:srgbClr val="FFD733"/>
                </a:solidFill>
                <a:latin typeface="Malgun Gothic" pitchFamily="34" charset="0"/>
                <a:ea typeface="Malgun Gothic" pitchFamily="34" charset="-122"/>
                <a:cs typeface="Malgun Gothic" pitchFamily="34" charset="-120"/>
              </a:rPr>
              <a:t>파싱의 한계</a:t>
            </a:r>
            <a:endParaRPr lang="en-US" sz="1500" dirty="0"/>
          </a:p>
        </p:txBody>
      </p:sp>
      <p:sp>
        <p:nvSpPr>
          <p:cNvPr id="6" name="Text 4"/>
          <p:cNvSpPr txBox="1"/>
          <p:nvPr/>
        </p:nvSpPr>
        <p:spPr>
          <a:xfrm>
            <a:off x="3566160" y="1965960"/>
            <a:ext cx="7955280" cy="868680"/>
          </a:xfrm>
          <a:prstGeom prst="rect">
            <a:avLst/>
          </a:prstGeom>
          <a:noFill/>
          <a:ln/>
        </p:spPr>
        <p:txBody>
          <a:bodyPr wrap="square" lIns="0" tIns="0" rIns="0" bIns="0" rtlCol="0" anchor="ctr"/>
          <a:lstStyle/>
          <a:p>
            <a:pPr marL="0" indent="0" algn="l">
              <a:lnSpc>
                <a:spcPct val="150000"/>
              </a:lnSpc>
              <a:buNone/>
            </a:pPr>
            <a:r>
              <a:rPr lang="en-US" sz="1450" dirty="0">
                <a:solidFill>
                  <a:srgbClr val="FFFFFF"/>
                </a:solidFill>
                <a:latin typeface="Malgun Gothic" pitchFamily="34" charset="0"/>
                <a:ea typeface="Malgun Gothic" pitchFamily="34" charset="-122"/>
                <a:cs typeface="Malgun Gothic" pitchFamily="34" charset="-120"/>
              </a:rPr>
              <a:t>샘플 청크의 본문을 읽어, 2단 조판이나 표가 실제로 어떻게 깨져 나오는지 확인</a:t>
            </a:r>
            <a:endParaRPr lang="en-US" sz="1450" dirty="0"/>
          </a:p>
        </p:txBody>
      </p:sp>
      <p:sp>
        <p:nvSpPr>
          <p:cNvPr id="7" name="Shape 5"/>
          <p:cNvSpPr/>
          <p:nvPr/>
        </p:nvSpPr>
        <p:spPr>
          <a:xfrm>
            <a:off x="640080" y="3017520"/>
            <a:ext cx="2743200" cy="868680"/>
          </a:xfrm>
          <a:prstGeom prst="roundRect">
            <a:avLst>
              <a:gd name="adj" fmla="val 8421"/>
            </a:avLst>
          </a:prstGeom>
          <a:solidFill>
            <a:srgbClr val="262626"/>
          </a:solidFill>
          <a:ln w="19050">
            <a:solidFill>
              <a:srgbClr val="FFD733"/>
            </a:solidFill>
            <a:prstDash val="solid"/>
          </a:ln>
        </p:spPr>
      </p:sp>
      <p:sp>
        <p:nvSpPr>
          <p:cNvPr id="8" name="Text 6"/>
          <p:cNvSpPr txBox="1"/>
          <p:nvPr/>
        </p:nvSpPr>
        <p:spPr>
          <a:xfrm>
            <a:off x="777240" y="3127248"/>
            <a:ext cx="2468880" cy="411480"/>
          </a:xfrm>
          <a:prstGeom prst="rect">
            <a:avLst/>
          </a:prstGeom>
          <a:noFill/>
          <a:ln/>
        </p:spPr>
        <p:txBody>
          <a:bodyPr wrap="square" lIns="0" tIns="0" rIns="0" bIns="0" rtlCol="0" anchor="ctr"/>
          <a:lstStyle/>
          <a:p>
            <a:pPr marL="0" indent="0" algn="ctr">
              <a:buNone/>
            </a:pPr>
            <a:r>
              <a:rPr lang="en-US" sz="1500" b="1" dirty="0">
                <a:solidFill>
                  <a:srgbClr val="FFD733"/>
                </a:solidFill>
                <a:latin typeface="Malgun Gothic" pitchFamily="34" charset="0"/>
                <a:ea typeface="Malgun Gothic" pitchFamily="34" charset="-122"/>
                <a:cs typeface="Malgun Gothic" pitchFamily="34" charset="-120"/>
              </a:rPr>
              <a:t>구조 인식 분할</a:t>
            </a:r>
            <a:endParaRPr lang="en-US" sz="1500" dirty="0"/>
          </a:p>
        </p:txBody>
      </p:sp>
      <p:sp>
        <p:nvSpPr>
          <p:cNvPr id="9" name="Text 7"/>
          <p:cNvSpPr txBox="1"/>
          <p:nvPr/>
        </p:nvSpPr>
        <p:spPr>
          <a:xfrm>
            <a:off x="3566160" y="3017520"/>
            <a:ext cx="7955280" cy="868680"/>
          </a:xfrm>
          <a:prstGeom prst="rect">
            <a:avLst/>
          </a:prstGeom>
          <a:noFill/>
          <a:ln/>
        </p:spPr>
        <p:txBody>
          <a:bodyPr wrap="square" lIns="0" tIns="0" rIns="0" bIns="0" rtlCol="0" anchor="ctr"/>
          <a:lstStyle/>
          <a:p>
            <a:pPr marL="0" indent="0" algn="l">
              <a:lnSpc>
                <a:spcPct val="150000"/>
              </a:lnSpc>
              <a:buNone/>
            </a:pPr>
            <a:r>
              <a:rPr lang="en-US" sz="1450" dirty="0">
                <a:solidFill>
                  <a:srgbClr val="FFFFFF"/>
                </a:solidFill>
                <a:latin typeface="Malgun Gothic" pitchFamily="34" charset="0"/>
                <a:ea typeface="Malgun Gothic" pitchFamily="34" charset="-122"/>
                <a:cs typeface="Malgun Gothic" pitchFamily="34" charset="-120"/>
              </a:rPr>
              <a:t>청크 하나에 문단이 1~4개 들어가 있고, 문장이 중간에서 끊기지 않았는지 확인</a:t>
            </a:r>
            <a:endParaRPr lang="en-US" sz="1450" dirty="0"/>
          </a:p>
        </p:txBody>
      </p:sp>
      <p:sp>
        <p:nvSpPr>
          <p:cNvPr id="10" name="Shape 8"/>
          <p:cNvSpPr/>
          <p:nvPr/>
        </p:nvSpPr>
        <p:spPr>
          <a:xfrm>
            <a:off x="640080" y="4069080"/>
            <a:ext cx="2743200" cy="868680"/>
          </a:xfrm>
          <a:prstGeom prst="roundRect">
            <a:avLst>
              <a:gd name="adj" fmla="val 8421"/>
            </a:avLst>
          </a:prstGeom>
          <a:solidFill>
            <a:srgbClr val="262626"/>
          </a:solidFill>
          <a:ln w="19050">
            <a:solidFill>
              <a:srgbClr val="FFD733"/>
            </a:solidFill>
            <a:prstDash val="solid"/>
          </a:ln>
        </p:spPr>
      </p:sp>
      <p:sp>
        <p:nvSpPr>
          <p:cNvPr id="11" name="Text 9"/>
          <p:cNvSpPr txBox="1"/>
          <p:nvPr/>
        </p:nvSpPr>
        <p:spPr>
          <a:xfrm>
            <a:off x="777240" y="4178808"/>
            <a:ext cx="2468880" cy="411480"/>
          </a:xfrm>
          <a:prstGeom prst="rect">
            <a:avLst/>
          </a:prstGeom>
          <a:noFill/>
          <a:ln/>
        </p:spPr>
        <p:txBody>
          <a:bodyPr wrap="square" lIns="0" tIns="0" rIns="0" bIns="0" rtlCol="0" anchor="ctr"/>
          <a:lstStyle/>
          <a:p>
            <a:pPr marL="0" indent="0" algn="ctr">
              <a:buNone/>
            </a:pPr>
            <a:r>
              <a:rPr lang="en-US" sz="1500" b="1" dirty="0">
                <a:solidFill>
                  <a:srgbClr val="FFD733"/>
                </a:solidFill>
                <a:latin typeface="Malgun Gothic" pitchFamily="34" charset="0"/>
                <a:ea typeface="Malgun Gothic" pitchFamily="34" charset="-122"/>
                <a:cs typeface="Malgun Gothic" pitchFamily="34" charset="-120"/>
              </a:rPr>
              <a:t>오버랩</a:t>
            </a:r>
            <a:endParaRPr lang="en-US" sz="1500" dirty="0"/>
          </a:p>
        </p:txBody>
      </p:sp>
      <p:sp>
        <p:nvSpPr>
          <p:cNvPr id="12" name="Text 10"/>
          <p:cNvSpPr txBox="1"/>
          <p:nvPr/>
        </p:nvSpPr>
        <p:spPr>
          <a:xfrm>
            <a:off x="3566160" y="4069080"/>
            <a:ext cx="7955280" cy="868680"/>
          </a:xfrm>
          <a:prstGeom prst="rect">
            <a:avLst/>
          </a:prstGeom>
          <a:noFill/>
          <a:ln/>
        </p:spPr>
        <p:txBody>
          <a:bodyPr wrap="square" lIns="0" tIns="0" rIns="0" bIns="0" rtlCol="0" anchor="ctr"/>
          <a:lstStyle/>
          <a:p>
            <a:pPr marL="0" indent="0" algn="l">
              <a:lnSpc>
                <a:spcPct val="150000"/>
              </a:lnSpc>
              <a:buNone/>
            </a:pPr>
            <a:r>
              <a:rPr lang="en-US" sz="1450" dirty="0">
                <a:solidFill>
                  <a:srgbClr val="FFFFFF"/>
                </a:solidFill>
                <a:latin typeface="Malgun Gothic" pitchFamily="34" charset="0"/>
                <a:ea typeface="Malgun Gothic" pitchFamily="34" charset="-122"/>
                <a:cs typeface="Malgun Gothic" pitchFamily="34" charset="-120"/>
              </a:rPr>
              <a:t>연달아 나온 두 청크에서, 앞 청크의 마지막 문단이 뒤 청크 맨 앞에 다시 나오는지 확인</a:t>
            </a:r>
            <a:endParaRPr lang="en-US" sz="1450" dirty="0"/>
          </a:p>
        </p:txBody>
      </p:sp>
      <p:sp>
        <p:nvSpPr>
          <p:cNvPr id="13" name="Shape 11"/>
          <p:cNvSpPr/>
          <p:nvPr/>
        </p:nvSpPr>
        <p:spPr>
          <a:xfrm>
            <a:off x="640080" y="5120640"/>
            <a:ext cx="2743200" cy="868680"/>
          </a:xfrm>
          <a:prstGeom prst="roundRect">
            <a:avLst>
              <a:gd name="adj" fmla="val 8421"/>
            </a:avLst>
          </a:prstGeom>
          <a:solidFill>
            <a:srgbClr val="262626"/>
          </a:solidFill>
          <a:ln w="19050">
            <a:solidFill>
              <a:srgbClr val="FFD733"/>
            </a:solidFill>
            <a:prstDash val="solid"/>
          </a:ln>
        </p:spPr>
      </p:sp>
      <p:sp>
        <p:nvSpPr>
          <p:cNvPr id="14" name="Text 12"/>
          <p:cNvSpPr txBox="1"/>
          <p:nvPr/>
        </p:nvSpPr>
        <p:spPr>
          <a:xfrm>
            <a:off x="777240" y="5230368"/>
            <a:ext cx="2468880" cy="411480"/>
          </a:xfrm>
          <a:prstGeom prst="rect">
            <a:avLst/>
          </a:prstGeom>
          <a:noFill/>
          <a:ln/>
        </p:spPr>
        <p:txBody>
          <a:bodyPr wrap="square" lIns="0" tIns="0" rIns="0" bIns="0" rtlCol="0" anchor="ctr"/>
          <a:lstStyle/>
          <a:p>
            <a:pPr marL="0" indent="0" algn="ctr">
              <a:buNone/>
            </a:pPr>
            <a:r>
              <a:rPr lang="en-US" sz="1500" b="1" dirty="0">
                <a:solidFill>
                  <a:srgbClr val="FFD733"/>
                </a:solidFill>
                <a:latin typeface="Malgun Gothic" pitchFamily="34" charset="0"/>
                <a:ea typeface="Malgun Gothic" pitchFamily="34" charset="-122"/>
                <a:cs typeface="Malgun Gothic" pitchFamily="34" charset="-120"/>
              </a:rPr>
              <a:t>메타데이터 접두어</a:t>
            </a:r>
            <a:endParaRPr lang="en-US" sz="1500" dirty="0"/>
          </a:p>
        </p:txBody>
      </p:sp>
      <p:sp>
        <p:nvSpPr>
          <p:cNvPr id="15" name="Text 13"/>
          <p:cNvSpPr txBox="1"/>
          <p:nvPr/>
        </p:nvSpPr>
        <p:spPr>
          <a:xfrm>
            <a:off x="3566160" y="5120640"/>
            <a:ext cx="7955280" cy="868680"/>
          </a:xfrm>
          <a:prstGeom prst="rect">
            <a:avLst/>
          </a:prstGeom>
          <a:noFill/>
          <a:ln/>
        </p:spPr>
        <p:txBody>
          <a:bodyPr wrap="square" lIns="0" tIns="0" rIns="0" bIns="0" rtlCol="0" anchor="ctr"/>
          <a:lstStyle/>
          <a:p>
            <a:pPr marL="0" indent="0" algn="l">
              <a:lnSpc>
                <a:spcPct val="150000"/>
              </a:lnSpc>
              <a:buNone/>
            </a:pPr>
            <a:r>
              <a:rPr lang="en-US" sz="1450" dirty="0">
                <a:solidFill>
                  <a:srgbClr val="FFFFFF"/>
                </a:solidFill>
                <a:latin typeface="Malgun Gothic" pitchFamily="34" charset="0"/>
                <a:ea typeface="Malgun Gothic" pitchFamily="34" charset="-122"/>
                <a:cs typeface="Malgun Gothic" pitchFamily="34" charset="-120"/>
              </a:rPr>
              <a:t>청크 맨 앞에 [문서명 | p.쪽]이 붙어 있고, 이 글자가 본문과 함께 저장되어 있는지 확인</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실습 ① — 인제스트 프롬프트의 입력과 출력</a:t>
            </a:r>
            <a:endParaRPr lang="en-US" sz="2800" dirty="0"/>
          </a:p>
        </p:txBody>
      </p:sp>
      <p:sp>
        <p:nvSpPr>
          <p:cNvPr id="3" name="Shape 1"/>
          <p:cNvSpPr/>
          <p:nvPr/>
        </p:nvSpPr>
        <p:spPr>
          <a:xfrm>
            <a:off x="640080" y="1737360"/>
            <a:ext cx="3017520" cy="3108960"/>
          </a:xfrm>
          <a:prstGeom prst="roundRect">
            <a:avLst>
              <a:gd name="adj" fmla="val 2424"/>
            </a:avLst>
          </a:prstGeom>
          <a:solidFill>
            <a:srgbClr val="1D1D1D"/>
          </a:solidFill>
          <a:ln w="9525">
            <a:solidFill>
              <a:srgbClr val="3C3C3C"/>
            </a:solidFill>
            <a:prstDash val="solid"/>
          </a:ln>
        </p:spPr>
      </p:sp>
      <p:sp>
        <p:nvSpPr>
          <p:cNvPr id="4" name="Text 2"/>
          <p:cNvSpPr txBox="1"/>
          <p:nvPr/>
        </p:nvSpPr>
        <p:spPr>
          <a:xfrm>
            <a:off x="777240" y="1847088"/>
            <a:ext cx="274320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입력</a:t>
            </a:r>
            <a:endParaRPr lang="en-US" sz="1700" dirty="0"/>
          </a:p>
        </p:txBody>
      </p:sp>
      <p:sp>
        <p:nvSpPr>
          <p:cNvPr id="5" name="Text 3"/>
          <p:cNvSpPr txBox="1"/>
          <p:nvPr/>
        </p:nvSpPr>
        <p:spPr>
          <a:xfrm>
            <a:off x="777240" y="2286000"/>
            <a:ext cx="2743200" cy="2468880"/>
          </a:xfrm>
          <a:prstGeom prst="rect">
            <a:avLst/>
          </a:prstGeom>
          <a:noFill/>
          <a:ln/>
        </p:spPr>
        <p:txBody>
          <a:bodyPr wrap="square" lIns="0" tIns="0" rIns="0" bIns="0" rtlCol="0" anchor="t"/>
          <a:lstStyle/>
          <a:p>
            <a:pPr marL="0" indent="0" algn="ctr">
              <a:lnSpc>
                <a:spcPct val="135000"/>
              </a:lnSpc>
              <a:buNone/>
            </a:pPr>
            <a:r>
              <a:rPr lang="en-US" sz="1350" dirty="0">
                <a:solidFill>
                  <a:srgbClr val="FFFFFF"/>
                </a:solidFill>
                <a:latin typeface="Malgun Gothic" pitchFamily="34" charset="0"/>
                <a:ea typeface="Malgun Gothic" pitchFamily="34" charset="-122"/>
                <a:cs typeface="Malgun Gothic" pitchFamily="34" charset="-120"/>
              </a:rPr>
              <a:t>corpus/ 폴더의 PDF 27편</a:t>
            </a:r>
            <a:endParaRPr lang="en-US" sz="1350" dirty="0"/>
          </a:p>
          <a:p>
            <a:pPr marL="0" indent="0" algn="ctr">
              <a:lnSpc>
                <a:spcPct val="135000"/>
              </a:lnSpc>
              <a:buNone/>
            </a:pPr>
            <a:r>
              <a:rPr lang="en-US" sz="1350" dirty="0">
                <a:solidFill>
                  <a:srgbClr val="FFFFFF"/>
                </a:solidFill>
                <a:latin typeface="Malgun Gothic" pitchFamily="34" charset="0"/>
                <a:ea typeface="Malgun Gothic" pitchFamily="34" charset="-122"/>
                <a:cs typeface="Malgun Gothic" pitchFamily="34" charset="-120"/>
              </a:rPr>
              <a:t>(영문 논문 21편 +</a:t>
            </a:r>
            <a:endParaRPr lang="en-US" sz="1350" dirty="0"/>
          </a:p>
          <a:p>
            <a:pPr marL="0" indent="0" algn="ctr">
              <a:lnSpc>
                <a:spcPct val="135000"/>
              </a:lnSpc>
              <a:buNone/>
            </a:pPr>
            <a:r>
              <a:rPr lang="en-US" sz="1350" dirty="0">
                <a:solidFill>
                  <a:srgbClr val="FFFFFF"/>
                </a:solidFill>
                <a:latin typeface="Malgun Gothic" pitchFamily="34" charset="0"/>
                <a:ea typeface="Malgun Gothic" pitchFamily="34" charset="-122"/>
                <a:cs typeface="Malgun Gothic" pitchFamily="34" charset="-120"/>
              </a:rPr>
              <a:t>국문 보고서 6편¹)</a:t>
            </a:r>
            <a:endParaRPr lang="en-US" sz="1350" dirty="0"/>
          </a:p>
        </p:txBody>
      </p:sp>
      <p:sp>
        <p:nvSpPr>
          <p:cNvPr id="6" name="Shape 4"/>
          <p:cNvSpPr/>
          <p:nvPr/>
        </p:nvSpPr>
        <p:spPr>
          <a:xfrm>
            <a:off x="3749040" y="3291840"/>
            <a:ext cx="548640" cy="0"/>
          </a:xfrm>
          <a:prstGeom prst="line">
            <a:avLst/>
          </a:prstGeom>
          <a:noFill/>
          <a:ln w="22225">
            <a:solidFill>
              <a:srgbClr val="FFD733"/>
            </a:solidFill>
            <a:prstDash val="solid"/>
            <a:tailEnd type="triangle"/>
          </a:ln>
        </p:spPr>
      </p:sp>
      <p:sp>
        <p:nvSpPr>
          <p:cNvPr id="7" name="Shape 5"/>
          <p:cNvSpPr/>
          <p:nvPr/>
        </p:nvSpPr>
        <p:spPr>
          <a:xfrm>
            <a:off x="4389120" y="1737360"/>
            <a:ext cx="3383280" cy="3108960"/>
          </a:xfrm>
          <a:prstGeom prst="roundRect">
            <a:avLst>
              <a:gd name="adj" fmla="val 2353"/>
            </a:avLst>
          </a:prstGeom>
          <a:solidFill>
            <a:srgbClr val="262626"/>
          </a:solidFill>
          <a:ln w="19050">
            <a:solidFill>
              <a:srgbClr val="FFD733"/>
            </a:solidFill>
            <a:prstDash val="solid"/>
          </a:ln>
        </p:spPr>
      </p:sp>
      <p:sp>
        <p:nvSpPr>
          <p:cNvPr id="8" name="Text 6"/>
          <p:cNvSpPr txBox="1"/>
          <p:nvPr/>
        </p:nvSpPr>
        <p:spPr>
          <a:xfrm>
            <a:off x="4526280" y="1847088"/>
            <a:ext cx="3108960" cy="411480"/>
          </a:xfrm>
          <a:prstGeom prst="rect">
            <a:avLst/>
          </a:prstGeom>
          <a:noFill/>
          <a:ln/>
        </p:spPr>
        <p:txBody>
          <a:bodyPr wrap="square" lIns="0" tIns="0" rIns="0" bIns="0" rtlCol="0" anchor="ctr"/>
          <a:lstStyle/>
          <a:p>
            <a:pPr marL="0" indent="0" algn="ctr">
              <a:buNone/>
            </a:pPr>
            <a:r>
              <a:rPr lang="en-US" sz="1700" b="1" dirty="0">
                <a:solidFill>
                  <a:srgbClr val="FFD733"/>
                </a:solidFill>
                <a:latin typeface="Consolas" pitchFamily="34" charset="0"/>
                <a:ea typeface="Consolas" pitchFamily="34" charset="-122"/>
                <a:cs typeface="Consolas" pitchFamily="34" charset="-120"/>
              </a:rPr>
              <a:t>ingest.py</a:t>
            </a:r>
            <a:endParaRPr lang="en-US" sz="1700" dirty="0"/>
          </a:p>
        </p:txBody>
      </p:sp>
      <p:sp>
        <p:nvSpPr>
          <p:cNvPr id="9" name="Text 7"/>
          <p:cNvSpPr txBox="1"/>
          <p:nvPr/>
        </p:nvSpPr>
        <p:spPr>
          <a:xfrm>
            <a:off x="4617720" y="2423160"/>
            <a:ext cx="3017520" cy="2377440"/>
          </a:xfrm>
          <a:prstGeom prst="rect">
            <a:avLst/>
          </a:prstGeom>
          <a:noFill/>
          <a:ln/>
        </p:spPr>
        <p:txBody>
          <a:bodyPr wrap="square" lIns="0" tIns="0" rIns="0" bIns="0" rtlCol="0" anchor="t"/>
          <a:lstStyle/>
          <a:p>
            <a:pPr marL="228600" indent="-228600">
              <a:lnSpc>
                <a:spcPct val="150000"/>
              </a:lnSpc>
              <a:spcAft>
                <a:spcPts val="200"/>
              </a:spcAft>
              <a:buSzPct val="100000"/>
              <a:buChar char="•"/>
            </a:pPr>
            <a:r>
              <a:rPr lang="en-US" sz="1250" dirty="0">
                <a:solidFill>
                  <a:srgbClr val="FFFFFF"/>
                </a:solidFill>
                <a:latin typeface="Malgun Gothic" pitchFamily="34" charset="0"/>
                <a:ea typeface="Malgun Gothic" pitchFamily="34" charset="-122"/>
                <a:cs typeface="Malgun Gothic" pitchFamily="34" charset="-120"/>
              </a:rPr>
              <a:t>PyMuPDF 텍스트 블록으로 글자 추출</a:t>
            </a:r>
            <a:endParaRPr lang="en-US" sz="1250" dirty="0"/>
          </a:p>
          <a:p>
            <a:pPr marL="228600" indent="-228600">
              <a:lnSpc>
                <a:spcPct val="150000"/>
              </a:lnSpc>
              <a:spcAft>
                <a:spcPts val="200"/>
              </a:spcAft>
              <a:buSzPct val="100000"/>
              <a:buChar char="•"/>
            </a:pPr>
            <a:r>
              <a:rPr lang="en-US" sz="1250" dirty="0">
                <a:solidFill>
                  <a:srgbClr val="FFFFFF"/>
                </a:solidFill>
                <a:latin typeface="Malgun Gothic" pitchFamily="34" charset="0"/>
                <a:ea typeface="Malgun Gothic" pitchFamily="34" charset="-122"/>
                <a:cs typeface="Malgun Gothic" pitchFamily="34" charset="-120"/>
              </a:rPr>
              <a:t>블록을 이어 붙여 문단 복원</a:t>
            </a:r>
            <a:endParaRPr lang="en-US" sz="1250" dirty="0"/>
          </a:p>
          <a:p>
            <a:pPr marL="228600" indent="-228600">
              <a:lnSpc>
                <a:spcPct val="150000"/>
              </a:lnSpc>
              <a:spcAft>
                <a:spcPts val="200"/>
              </a:spcAft>
              <a:buSzPct val="100000"/>
              <a:buChar char="•"/>
            </a:pPr>
            <a:r>
              <a:rPr lang="en-US" sz="1250" dirty="0">
                <a:solidFill>
                  <a:srgbClr val="FFFFFF"/>
                </a:solidFill>
                <a:latin typeface="Malgun Gothic" pitchFamily="34" charset="0"/>
                <a:ea typeface="Malgun Gothic" pitchFamily="34" charset="-122"/>
                <a:cs typeface="Malgun Gothic" pitchFamily="34" charset="-120"/>
              </a:rPr>
              <a:t>약 350토큰이 차면 문단 경계에서 청크 마감, 문단 1개 겹치기</a:t>
            </a:r>
            <a:endParaRPr lang="en-US" sz="1250" dirty="0"/>
          </a:p>
          <a:p>
            <a:pPr marL="228600" indent="-228600">
              <a:lnSpc>
                <a:spcPct val="150000"/>
              </a:lnSpc>
              <a:spcAft>
                <a:spcPts val="200"/>
              </a:spcAft>
              <a:buSzPct val="100000"/>
              <a:buChar char="•"/>
            </a:pPr>
            <a:r>
              <a:rPr lang="en-US" sz="1250" dirty="0">
                <a:solidFill>
                  <a:srgbClr val="FFFFFF"/>
                </a:solidFill>
                <a:latin typeface="Malgun Gothic" pitchFamily="34" charset="0"/>
                <a:ea typeface="Malgun Gothic" pitchFamily="34" charset="-122"/>
                <a:cs typeface="Malgun Gothic" pitchFamily="34" charset="-120"/>
              </a:rPr>
              <a:t>청크 앞에 [문서명 | p.쪽] 붙이기</a:t>
            </a:r>
            <a:endParaRPr lang="en-US" sz="1250" dirty="0"/>
          </a:p>
        </p:txBody>
      </p:sp>
      <p:sp>
        <p:nvSpPr>
          <p:cNvPr id="10" name="Shape 8"/>
          <p:cNvSpPr/>
          <p:nvPr/>
        </p:nvSpPr>
        <p:spPr>
          <a:xfrm>
            <a:off x="7863840" y="3291840"/>
            <a:ext cx="548640" cy="0"/>
          </a:xfrm>
          <a:prstGeom prst="line">
            <a:avLst/>
          </a:prstGeom>
          <a:noFill/>
          <a:ln w="22225">
            <a:solidFill>
              <a:srgbClr val="FFD733"/>
            </a:solidFill>
            <a:prstDash val="solid"/>
            <a:tailEnd type="triangle"/>
          </a:ln>
        </p:spPr>
      </p:sp>
      <p:sp>
        <p:nvSpPr>
          <p:cNvPr id="11" name="Shape 9"/>
          <p:cNvSpPr/>
          <p:nvPr/>
        </p:nvSpPr>
        <p:spPr>
          <a:xfrm>
            <a:off x="8503920" y="1737360"/>
            <a:ext cx="3017520" cy="3108960"/>
          </a:xfrm>
          <a:prstGeom prst="roundRect">
            <a:avLst>
              <a:gd name="adj" fmla="val 2424"/>
            </a:avLst>
          </a:prstGeom>
          <a:solidFill>
            <a:srgbClr val="1D1D1D"/>
          </a:solidFill>
          <a:ln w="9525">
            <a:solidFill>
              <a:srgbClr val="3C3C3C"/>
            </a:solidFill>
            <a:prstDash val="solid"/>
          </a:ln>
        </p:spPr>
      </p:sp>
      <p:sp>
        <p:nvSpPr>
          <p:cNvPr id="12" name="Text 10"/>
          <p:cNvSpPr txBox="1"/>
          <p:nvPr/>
        </p:nvSpPr>
        <p:spPr>
          <a:xfrm>
            <a:off x="8641080" y="1847088"/>
            <a:ext cx="274320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출력</a:t>
            </a:r>
            <a:endParaRPr lang="en-US" sz="1700" dirty="0"/>
          </a:p>
        </p:txBody>
      </p:sp>
      <p:sp>
        <p:nvSpPr>
          <p:cNvPr id="13" name="Text 11"/>
          <p:cNvSpPr txBox="1"/>
          <p:nvPr/>
        </p:nvSpPr>
        <p:spPr>
          <a:xfrm>
            <a:off x="8641080" y="2286000"/>
            <a:ext cx="2743200" cy="2468880"/>
          </a:xfrm>
          <a:prstGeom prst="rect">
            <a:avLst/>
          </a:prstGeom>
          <a:noFill/>
          <a:ln/>
        </p:spPr>
        <p:txBody>
          <a:bodyPr wrap="square" lIns="0" tIns="0" rIns="0" bIns="0" rtlCol="0" anchor="t"/>
          <a:lstStyle/>
          <a:p>
            <a:pPr marL="0" indent="0" algn="ctr">
              <a:lnSpc>
                <a:spcPct val="135000"/>
              </a:lnSpc>
              <a:buNone/>
            </a:pPr>
            <a:r>
              <a:rPr lang="en-US" sz="1200" dirty="0">
                <a:solidFill>
                  <a:srgbClr val="FFFFFF"/>
                </a:solidFill>
                <a:latin typeface="Malgun Gothic" pitchFamily="34" charset="0"/>
                <a:ea typeface="Malgun Gothic" pitchFamily="34" charset="-122"/>
                <a:cs typeface="Malgun Gothic" pitchFamily="34" charset="-120"/>
              </a:rPr>
              <a:t>chunks.jsonl</a:t>
            </a:r>
            <a:endParaRPr lang="en-US" sz="1200" dirty="0"/>
          </a:p>
          <a:p>
            <a:pPr marL="0" indent="0" algn="ctr">
              <a:lnSpc>
                <a:spcPct val="135000"/>
              </a:lnSpc>
              <a:buNone/>
            </a:pPr>
            <a:r>
              <a:rPr lang="en-US" sz="1200" dirty="0">
                <a:solidFill>
                  <a:srgbClr val="FFFFFF"/>
                </a:solidFill>
                <a:latin typeface="Malgun Gothic" pitchFamily="34" charset="0"/>
                <a:ea typeface="Malgun Gothic" pitchFamily="34" charset="-122"/>
                <a:cs typeface="Malgun Gothic" pitchFamily="34" charset="-120"/>
              </a:rPr>
              <a:t>(PDF 한 쪽당 약 4줄)</a:t>
            </a:r>
            <a:endParaRPr lang="en-US" sz="1200" dirty="0"/>
          </a:p>
          <a:p>
            <a:pPr marL="0" indent="0" algn="ctr">
              <a:lnSpc>
                <a:spcPct val="135000"/>
              </a:lnSpc>
              <a:buNone/>
            </a:pPr>
            <a:endParaRPr lang="en-US" sz="1200" dirty="0"/>
          </a:p>
          <a:p>
            <a:pPr marL="0" indent="0" algn="ctr">
              <a:lnSpc>
                <a:spcPct val="135000"/>
              </a:lnSpc>
              <a:buNone/>
            </a:pPr>
            <a:r>
              <a:rPr lang="en-US" sz="1200" dirty="0">
                <a:solidFill>
                  <a:srgbClr val="FFFFFF"/>
                </a:solidFill>
                <a:latin typeface="Malgun Gothic" pitchFamily="34" charset="0"/>
                <a:ea typeface="Malgun Gothic" pitchFamily="34" charset="-122"/>
                <a:cs typeface="Malgun Gothic" pitchFamily="34" charset="-120"/>
              </a:rPr>
              <a:t>corpus_txt/</a:t>
            </a:r>
            <a:endParaRPr lang="en-US" sz="1200" dirty="0"/>
          </a:p>
          <a:p>
            <a:pPr marL="0" indent="0" algn="ctr">
              <a:lnSpc>
                <a:spcPct val="135000"/>
              </a:lnSpc>
              <a:buNone/>
            </a:pPr>
            <a:r>
              <a:rPr lang="en-US" sz="1200" dirty="0">
                <a:solidFill>
                  <a:srgbClr val="FFFFFF"/>
                </a:solidFill>
                <a:latin typeface="Malgun Gothic" pitchFamily="34" charset="0"/>
                <a:ea typeface="Malgun Gothic" pitchFamily="34" charset="-122"/>
                <a:cs typeface="Malgun Gothic" pitchFamily="34" charset="-120"/>
              </a:rPr>
              <a:t>(PDF별 전체 텍스트)</a:t>
            </a:r>
            <a:endParaRPr lang="en-US" sz="1200" dirty="0"/>
          </a:p>
          <a:p>
            <a:pPr marL="0" indent="0" algn="ctr">
              <a:lnSpc>
                <a:spcPct val="135000"/>
              </a:lnSpc>
              <a:buNone/>
            </a:pPr>
            <a:endParaRPr lang="en-US" sz="1200" dirty="0"/>
          </a:p>
          <a:p>
            <a:pPr marL="0" indent="0" algn="ctr">
              <a:lnSpc>
                <a:spcPct val="135000"/>
              </a:lnSpc>
              <a:buNone/>
            </a:pPr>
            <a:r>
              <a:rPr lang="en-US" sz="1200" dirty="0">
                <a:solidFill>
                  <a:srgbClr val="FFFFFF"/>
                </a:solidFill>
                <a:latin typeface="Malgun Gothic" pitchFamily="34" charset="0"/>
                <a:ea typeface="Malgun Gothic" pitchFamily="34" charset="-122"/>
                <a:cs typeface="Malgun Gothic" pitchFamily="34" charset="-120"/>
              </a:rPr>
              <a:t>마지막 출력 줄</a:t>
            </a:r>
            <a:endParaRPr lang="en-US" sz="1200" dirty="0"/>
          </a:p>
          <a:p>
            <a:pPr marL="0" indent="0" algn="ctr">
              <a:lnSpc>
                <a:spcPct val="135000"/>
              </a:lnSpc>
              <a:buNone/>
            </a:pPr>
            <a:r>
              <a:rPr lang="en-US" sz="1200" dirty="0">
                <a:solidFill>
                  <a:srgbClr val="FFFFFF"/>
                </a:solidFill>
                <a:latin typeface="Malgun Gothic" pitchFamily="34" charset="0"/>
                <a:ea typeface="Malgun Gothic" pitchFamily="34" charset="-122"/>
                <a:cs typeface="Malgun Gothic" pitchFamily="34" charset="-120"/>
              </a:rPr>
              <a:t>OK: N chunks from M docs</a:t>
            </a:r>
            <a:endParaRPr lang="en-US" sz="1200" dirty="0"/>
          </a:p>
        </p:txBody>
      </p:sp>
      <p:sp>
        <p:nvSpPr>
          <p:cNvPr id="14" name="Text 12"/>
          <p:cNvSpPr txBox="1"/>
          <p:nvPr/>
        </p:nvSpPr>
        <p:spPr>
          <a:xfrm>
            <a:off x="640080" y="4983480"/>
            <a:ext cx="10881360" cy="502920"/>
          </a:xfrm>
          <a:prstGeom prst="rect">
            <a:avLst/>
          </a:prstGeom>
          <a:noFill/>
          <a:ln/>
        </p:spPr>
        <p:txBody>
          <a:bodyPr wrap="square" lIns="0" tIns="0" rIns="0" bIns="0" rtlCol="0" anchor="t"/>
          <a:lstStyle/>
          <a:p>
            <a:pPr marL="0" indent="0" algn="l">
              <a:lnSpc>
                <a:spcPct val="150000"/>
              </a:lnSpc>
              <a:buNone/>
            </a:pPr>
            <a:r>
              <a:rPr lang="en-US" sz="1400" dirty="0">
                <a:solidFill>
                  <a:srgbClr val="FFFFFF"/>
                </a:solidFill>
                <a:latin typeface="Malgun Gothic" pitchFamily="34" charset="0"/>
                <a:ea typeface="Malgun Gothic" pitchFamily="34" charset="-122"/>
                <a:cs typeface="Malgun Gothic" pitchFamily="34" charset="-120"/>
              </a:rPr>
              <a:t>corpus_txt/ 는 '자르지 않고 논문을 통째로 넣는 방식'과 비교하기 위해 만들어 두는 자료. </a:t>
            </a:r>
            <a:r>
              <a:rPr lang="ko-KR" altLang="en-US" sz="1400" dirty="0">
                <a:solidFill>
                  <a:srgbClr val="FFFFFF"/>
                </a:solidFill>
                <a:latin typeface="Malgun Gothic" pitchFamily="34" charset="0"/>
                <a:ea typeface="Malgun Gothic" pitchFamily="34" charset="-122"/>
                <a:cs typeface="Malgun Gothic" pitchFamily="34" charset="-120"/>
              </a:rPr>
              <a:t>지금은</a:t>
            </a:r>
            <a:r>
              <a:rPr lang="en-US" sz="1400" dirty="0">
                <a:solidFill>
                  <a:srgbClr val="FFFFFF"/>
                </a:solidFill>
                <a:latin typeface="Malgun Gothic" pitchFamily="34" charset="0"/>
                <a:ea typeface="Malgun Gothic" pitchFamily="34" charset="-122"/>
                <a:cs typeface="Malgun Gothic" pitchFamily="34" charset="-120"/>
              </a:rPr>
              <a:t> 만들기만 하고 쓰지 않음</a:t>
            </a:r>
            <a:endParaRPr lang="en-US" sz="1400" dirty="0"/>
          </a:p>
        </p:txBody>
      </p:sp>
      <p:sp>
        <p:nvSpPr>
          <p:cNvPr id="16" name="Shape 14"/>
          <p:cNvSpPr/>
          <p:nvPr/>
        </p:nvSpPr>
        <p:spPr>
          <a:xfrm>
            <a:off x="640080" y="6080760"/>
            <a:ext cx="10881360" cy="0"/>
          </a:xfrm>
          <a:prstGeom prst="line">
            <a:avLst/>
          </a:prstGeom>
          <a:noFill/>
          <a:ln w="9525">
            <a:solidFill>
              <a:srgbClr val="8A7A2A"/>
            </a:solidFill>
            <a:prstDash val="solid"/>
          </a:ln>
        </p:spPr>
      </p:sp>
      <p:sp>
        <p:nvSpPr>
          <p:cNvPr id="17" name="Text 15"/>
          <p:cNvSpPr txBox="1"/>
          <p:nvPr/>
        </p:nvSpPr>
        <p:spPr>
          <a:xfrm>
            <a:off x="640080" y="6144768"/>
            <a:ext cx="10881360" cy="576072"/>
          </a:xfrm>
          <a:prstGeom prst="rect">
            <a:avLst/>
          </a:prstGeom>
          <a:noFill/>
          <a:ln/>
        </p:spPr>
        <p:txBody>
          <a:bodyPr wrap="square" lIns="0" tIns="0" rIns="0" bIns="0" rtlCol="0" anchor="t"/>
          <a:lstStyle/>
          <a:p>
            <a:pPr marL="0" indent="0">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¹ 코퍼스(corpus)</a:t>
            </a:r>
            <a:r>
              <a:rPr lang="en-US" sz="1050" dirty="0">
                <a:solidFill>
                  <a:srgbClr val="FFFFFF"/>
                </a:solidFill>
                <a:latin typeface="Malgun Gothic" pitchFamily="34" charset="0"/>
                <a:ea typeface="Malgun Gothic" pitchFamily="34" charset="-122"/>
                <a:cs typeface="Malgun Gothic" pitchFamily="34" charset="-120"/>
              </a:rPr>
              <a:t>  검색 대상이 되는 문서 묶음 전체. 강사가 arXiv 논문 21편과 KISTI 국문 보고서 6편으로 채워 배포하므로 수강생이 따로 내려받을 필요 없음</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실습 ① — 인제스트 프롬프트 (1/3)</a:t>
            </a:r>
            <a:endParaRPr lang="en-US" sz="2800" dirty="0"/>
          </a:p>
        </p:txBody>
      </p:sp>
      <p:sp>
        <p:nvSpPr>
          <p:cNvPr id="3" name="Text 1"/>
          <p:cNvSpPr txBox="1"/>
          <p:nvPr/>
        </p:nvSpPr>
        <p:spPr>
          <a:xfrm>
            <a:off x="640080" y="1097280"/>
            <a:ext cx="10881360" cy="594360"/>
          </a:xfrm>
          <a:prstGeom prst="rect">
            <a:avLst/>
          </a:prstGeom>
          <a:noFill/>
          <a:ln/>
        </p:spPr>
        <p:txBody>
          <a:bodyPr wrap="square" lIns="0" tIns="0" rIns="0" bIns="0" rtlCol="0" anchor="t"/>
          <a:lstStyle/>
          <a:p>
            <a:pPr marL="285750" indent="-285750">
              <a:lnSpc>
                <a:spcPct val="150000"/>
              </a:lnSpc>
              <a:buFont typeface="Arial" panose="020B0604020202020204" pitchFamily="34" charset="0"/>
              <a:buChar char="•"/>
            </a:pPr>
            <a:r>
              <a:rPr lang="ko-KR" altLang="en-US" sz="1400" dirty="0">
                <a:solidFill>
                  <a:srgbClr val="FFFFFF"/>
                </a:solidFill>
                <a:latin typeface="Malgun Gothic" pitchFamily="34" charset="0"/>
                <a:ea typeface="Malgun Gothic" pitchFamily="34" charset="-122"/>
                <a:cs typeface="Malgun Gothic" pitchFamily="34" charset="-120"/>
              </a:rPr>
              <a:t>다음 세 장에 나뉘어 있는 지시문을 처음부터 끝까지 한 번에 복사해 </a:t>
            </a:r>
            <a:r>
              <a:rPr lang="en-US" altLang="ko-KR" sz="1400" dirty="0">
                <a:solidFill>
                  <a:srgbClr val="FFFFFF"/>
                </a:solidFill>
                <a:latin typeface="Malgun Gothic" pitchFamily="34" charset="0"/>
                <a:ea typeface="Malgun Gothic" pitchFamily="34" charset="-122"/>
                <a:cs typeface="Malgun Gothic" pitchFamily="34" charset="-120"/>
              </a:rPr>
              <a:t>Claude Code </a:t>
            </a:r>
            <a:r>
              <a:rPr lang="ko-KR" altLang="en-US" sz="1400" dirty="0">
                <a:solidFill>
                  <a:srgbClr val="FFFFFF"/>
                </a:solidFill>
                <a:latin typeface="Malgun Gothic" pitchFamily="34" charset="0"/>
                <a:ea typeface="Malgun Gothic" pitchFamily="34" charset="-122"/>
                <a:cs typeface="Malgun Gothic" pitchFamily="34" charset="-120"/>
              </a:rPr>
              <a:t>입력창에 붙여넣기 </a:t>
            </a:r>
            <a:r>
              <a:rPr lang="en-US" altLang="ko-KR" sz="1400" dirty="0">
                <a:solidFill>
                  <a:srgbClr val="FFFFFF"/>
                </a:solidFill>
                <a:latin typeface="Malgun Gothic" pitchFamily="34" charset="0"/>
                <a:ea typeface="Malgun Gothic" pitchFamily="34" charset="-122"/>
                <a:cs typeface="Malgun Gothic" pitchFamily="34" charset="-120"/>
              </a:rPr>
              <a:t>Ctrl + shift + v</a:t>
            </a:r>
          </a:p>
          <a:p>
            <a:pPr marL="285750" indent="-285750">
              <a:lnSpc>
                <a:spcPct val="150000"/>
              </a:lnSpc>
              <a:buFont typeface="Arial" panose="020B0604020202020204" pitchFamily="34" charset="0"/>
              <a:buChar char="•"/>
            </a:pPr>
            <a:r>
              <a:rPr lang="ko-KR" altLang="en-US" sz="1400" dirty="0">
                <a:solidFill>
                  <a:srgbClr val="FFFFFF"/>
                </a:solidFill>
                <a:latin typeface="Malgun Gothic" pitchFamily="34" charset="0"/>
                <a:ea typeface="Malgun Gothic" pitchFamily="34" charset="-122"/>
                <a:cs typeface="Malgun Gothic" pitchFamily="34" charset="-120"/>
              </a:rPr>
              <a:t>폴더 위치는 배포된 파일의 </a:t>
            </a:r>
            <a:r>
              <a:rPr lang="en-US" altLang="ko-KR" sz="1400" dirty="0">
                <a:solidFill>
                  <a:srgbClr val="FFFFFF"/>
                </a:solidFill>
                <a:latin typeface="Malgun Gothic" pitchFamily="34" charset="0"/>
                <a:ea typeface="Malgun Gothic" pitchFamily="34" charset="-122"/>
                <a:cs typeface="Malgun Gothic" pitchFamily="34" charset="-120"/>
              </a:rPr>
              <a:t>paper-rag</a:t>
            </a:r>
          </a:p>
          <a:p>
            <a:pPr marL="285750" indent="-285750">
              <a:lnSpc>
                <a:spcPct val="150000"/>
              </a:lnSpc>
              <a:buFont typeface="Arial" panose="020B0604020202020204" pitchFamily="34" charset="0"/>
              <a:buChar char="•"/>
            </a:pPr>
            <a:r>
              <a:rPr lang="ko-KR" altLang="en-US" sz="1400" dirty="0" err="1">
                <a:solidFill>
                  <a:srgbClr val="FFFFFF"/>
                </a:solidFill>
                <a:latin typeface="Malgun Gothic" pitchFamily="34" charset="0"/>
                <a:ea typeface="Malgun Gothic" pitchFamily="34" charset="-122"/>
                <a:cs typeface="Malgun Gothic" pitchFamily="34" charset="-120"/>
              </a:rPr>
              <a:t>인제스트</a:t>
            </a:r>
            <a:r>
              <a:rPr lang="ko-KR" altLang="en-US" sz="1400" dirty="0">
                <a:solidFill>
                  <a:srgbClr val="FFFFFF"/>
                </a:solidFill>
                <a:latin typeface="Malgun Gothic" pitchFamily="34" charset="0"/>
                <a:ea typeface="Malgun Gothic" pitchFamily="34" charset="-122"/>
                <a:cs typeface="Malgun Gothic" pitchFamily="34" charset="-120"/>
              </a:rPr>
              <a:t> 하는 코드 만들고 실행하는 프롬프트</a:t>
            </a:r>
          </a:p>
        </p:txBody>
      </p:sp>
      <p:sp>
        <p:nvSpPr>
          <p:cNvPr id="4" name="Shape 2"/>
          <p:cNvSpPr/>
          <p:nvPr/>
        </p:nvSpPr>
        <p:spPr>
          <a:xfrm>
            <a:off x="640080" y="2377440"/>
            <a:ext cx="10881360" cy="3931920"/>
          </a:xfrm>
          <a:prstGeom prst="rect">
            <a:avLst/>
          </a:prstGeom>
          <a:solidFill>
            <a:srgbClr val="191914"/>
          </a:solidFill>
          <a:ln w="9525">
            <a:solidFill>
              <a:srgbClr val="3C3C3C"/>
            </a:solidFill>
            <a:prstDash val="solid"/>
          </a:ln>
        </p:spPr>
      </p:sp>
      <p:sp>
        <p:nvSpPr>
          <p:cNvPr id="5" name="Text 3"/>
          <p:cNvSpPr txBox="1"/>
          <p:nvPr/>
        </p:nvSpPr>
        <p:spPr>
          <a:xfrm>
            <a:off x="822960" y="2514600"/>
            <a:ext cx="10515600" cy="3657600"/>
          </a:xfrm>
          <a:prstGeom prst="rect">
            <a:avLst/>
          </a:prstGeom>
          <a:noFill/>
          <a:ln/>
        </p:spPr>
        <p:txBody>
          <a:bodyPr wrap="square" lIns="0" tIns="0" rIns="0" bIns="0" rtlCol="0" anchor="t"/>
          <a:lstStyle/>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paper-rag 폴더에 </a:t>
            </a:r>
            <a:r>
              <a:rPr lang="en-US" sz="1500" dirty="0" err="1">
                <a:solidFill>
                  <a:srgbClr val="FFFFFF"/>
                </a:solidFill>
                <a:latin typeface="Malgun Gothic" pitchFamily="34" charset="0"/>
                <a:ea typeface="Malgun Gothic" pitchFamily="34" charset="-122"/>
                <a:cs typeface="Malgun Gothic" pitchFamily="34" charset="-120"/>
              </a:rPr>
              <a:t>ingest.py를</a:t>
            </a:r>
            <a:r>
              <a:rPr lang="en-US" sz="1500" dirty="0">
                <a:solidFill>
                  <a:srgbClr val="FFFFFF"/>
                </a:solidFill>
                <a:latin typeface="Malgun Gothic" pitchFamily="34" charset="0"/>
                <a:ea typeface="Malgun Gothic" pitchFamily="34" charset="-122"/>
                <a:cs typeface="Malgun Gothic" pitchFamily="34" charset="-120"/>
              </a:rPr>
              <a:t> </a:t>
            </a:r>
            <a:r>
              <a:rPr lang="ko-KR" altLang="en-US" sz="1500" dirty="0">
                <a:solidFill>
                  <a:srgbClr val="FFFFFF"/>
                </a:solidFill>
                <a:latin typeface="Malgun Gothic" pitchFamily="34" charset="0"/>
                <a:ea typeface="Malgun Gothic" pitchFamily="34" charset="-122"/>
                <a:cs typeface="Malgun Gothic" pitchFamily="34" charset="-120"/>
              </a:rPr>
              <a:t>아래와 같이</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새로</a:t>
            </a:r>
            <a:r>
              <a:rPr lang="en-US" sz="1500" dirty="0">
                <a:solidFill>
                  <a:srgbClr val="FFFFFF"/>
                </a:solidFill>
                <a:latin typeface="Malgun Gothic" pitchFamily="34" charset="0"/>
                <a:ea typeface="Malgun Gothic" pitchFamily="34" charset="-122"/>
                <a:cs typeface="Malgun Gothic" pitchFamily="34" charset="-120"/>
              </a:rPr>
              <a:t> </a:t>
            </a:r>
            <a:r>
              <a:rPr lang="ko-KR" altLang="en-US" sz="1500" dirty="0">
                <a:solidFill>
                  <a:srgbClr val="FFFFFF"/>
                </a:solidFill>
                <a:latin typeface="Malgun Gothic" pitchFamily="34" charset="0"/>
                <a:ea typeface="Malgun Gothic" pitchFamily="34" charset="-122"/>
                <a:cs typeface="Malgun Gothic" pitchFamily="34" charset="-120"/>
              </a:rPr>
              <a:t>만들고 실행해줘</a:t>
            </a:r>
            <a:r>
              <a:rPr lang="en-US" altLang="ko-KR" sz="1500" dirty="0">
                <a:solidFill>
                  <a:srgbClr val="FFFFFF"/>
                </a:solidFill>
                <a:latin typeface="Malgun Gothic" pitchFamily="34" charset="0"/>
                <a:ea typeface="Malgun Gothic" pitchFamily="34" charset="-122"/>
                <a:cs typeface="Malgun Gothic" pitchFamily="34" charset="-120"/>
              </a:rPr>
              <a:t>.</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1. 파싱: corpus/의 모든 PDF를 PyMuPDF로 읽는다. 페이지마다 </a:t>
            </a:r>
            <a:r>
              <a:rPr lang="en-US" sz="1500" dirty="0" err="1">
                <a:solidFill>
                  <a:srgbClr val="FFFFFF"/>
                </a:solidFill>
                <a:latin typeface="Malgun Gothic" pitchFamily="34" charset="0"/>
                <a:ea typeface="Malgun Gothic" pitchFamily="34" charset="-122"/>
                <a:cs typeface="Malgun Gothic" pitchFamily="34" charset="-120"/>
              </a:rPr>
              <a:t>텍스트</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블록을</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파일에</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기록된</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순서대로</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읽고</a:t>
            </a:r>
            <a:r>
              <a:rPr lang="en-US" sz="1500" dirty="0">
                <a:solidFill>
                  <a:srgbClr val="FFFFFF"/>
                </a:solidFill>
                <a:latin typeface="Malgun Gothic" pitchFamily="34" charset="0"/>
                <a:ea typeface="Malgun Gothic" pitchFamily="34" charset="-122"/>
                <a:cs typeface="Malgun Gothic" pitchFamily="34" charset="-120"/>
              </a:rPr>
              <a:t>(</a:t>
            </a:r>
            <a:r>
              <a:rPr lang="en-US" sz="1500" dirty="0" err="1">
                <a:solidFill>
                  <a:srgbClr val="FFFFFF"/>
                </a:solidFill>
                <a:latin typeface="Malgun Gothic" pitchFamily="34" charset="0"/>
                <a:ea typeface="Malgun Gothic" pitchFamily="34" charset="-122"/>
                <a:cs typeface="Malgun Gothic" pitchFamily="34" charset="-120"/>
              </a:rPr>
              <a:t>페이지</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전체를</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좌표로</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다시</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정렬하지</a:t>
            </a:r>
            <a:r>
              <a:rPr lang="en-US" sz="1500" dirty="0">
                <a:solidFill>
                  <a:srgbClr val="FFFFFF"/>
                </a:solidFill>
                <a:latin typeface="Malgun Gothic" pitchFamily="34" charset="0"/>
                <a:ea typeface="Malgun Gothic" pitchFamily="34" charset="-122"/>
                <a:cs typeface="Malgun Gothic" pitchFamily="34" charset="-120"/>
              </a:rPr>
              <a:t> 말 것),</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블록</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안의</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줄만</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위→아래·왼쪽→오른쪽</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순으로</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정렬한다</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이미지</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블록은</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뺀다</a:t>
            </a:r>
            <a:r>
              <a:rPr lang="en-US" sz="1500" dirty="0">
                <a:solidFill>
                  <a:srgbClr val="FFFFFF"/>
                </a:solidFill>
                <a:latin typeface="Malgun Gothic" pitchFamily="34" charset="0"/>
                <a:ea typeface="Malgun Gothic" pitchFamily="34" charset="-122"/>
                <a:cs typeface="Malgun Gothic" pitchFamily="34" charset="-120"/>
              </a:rPr>
              <a:t>.</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문서 전체에서 30번 넘게 나오면서 폭이 글자 크기의 40%에 못 미치는 한자는</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자간 조절용 기호이니 공백으로 </a:t>
            </a:r>
            <a:r>
              <a:rPr lang="en-US" sz="1500" dirty="0" err="1">
                <a:solidFill>
                  <a:srgbClr val="FFFFFF"/>
                </a:solidFill>
                <a:latin typeface="Malgun Gothic" pitchFamily="34" charset="0"/>
                <a:ea typeface="Malgun Gothic" pitchFamily="34" charset="-122"/>
                <a:cs typeface="Malgun Gothic" pitchFamily="34" charset="-120"/>
              </a:rPr>
              <a:t>바꾼다</a:t>
            </a:r>
            <a:r>
              <a:rPr lang="en-US" sz="1500" dirty="0">
                <a:solidFill>
                  <a:srgbClr val="FFFFFF"/>
                </a:solidFill>
                <a:latin typeface="Malgun Gothic" pitchFamily="34" charset="0"/>
                <a:ea typeface="Malgun Gothic" pitchFamily="34" charset="-122"/>
                <a:cs typeface="Malgun Gothic" pitchFamily="34" charset="-120"/>
              </a:rPr>
              <a:t>. </a:t>
            </a:r>
            <a:r>
              <a:rPr lang="ko-KR" altLang="en-US" sz="1500" dirty="0">
                <a:solidFill>
                  <a:srgbClr val="FFFFFF"/>
                </a:solidFill>
                <a:latin typeface="Malgun Gothic" pitchFamily="34" charset="0"/>
                <a:ea typeface="Malgun Gothic" pitchFamily="34" charset="-122"/>
                <a:cs typeface="Malgun Gothic" pitchFamily="34" charset="-120"/>
              </a:rPr>
              <a:t>합자는 풀어서 읽는다</a:t>
            </a:r>
            <a:r>
              <a:rPr lang="en-US" altLang="ko-KR" sz="1500" dirty="0">
                <a:solidFill>
                  <a:srgbClr val="FFFFFF"/>
                </a:solidFill>
                <a:latin typeface="Malgun Gothic" pitchFamily="34" charset="0"/>
                <a:ea typeface="Malgun Gothic" pitchFamily="34" charset="-122"/>
                <a:cs typeface="Malgun Gothic" pitchFamily="34" charset="-120"/>
              </a:rPr>
              <a: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실습 ① — 인제스트 프롬프트 (2/3)</a:t>
            </a:r>
            <a:endParaRPr lang="en-US" sz="2800" dirty="0"/>
          </a:p>
        </p:txBody>
      </p:sp>
      <p:sp>
        <p:nvSpPr>
          <p:cNvPr id="3" name="Text 1"/>
          <p:cNvSpPr txBox="1"/>
          <p:nvPr/>
        </p:nvSpPr>
        <p:spPr>
          <a:xfrm>
            <a:off x="640080" y="1097280"/>
            <a:ext cx="10881360" cy="411480"/>
          </a:xfrm>
          <a:prstGeom prst="rect">
            <a:avLst/>
          </a:prstGeom>
          <a:noFill/>
          <a:ln/>
        </p:spPr>
        <p:txBody>
          <a:bodyPr wrap="square" lIns="0" tIns="0" rIns="0" bIns="0" rtlCol="0" anchor="t"/>
          <a:lstStyle/>
          <a:p>
            <a:pPr marL="0" indent="0">
              <a:buNone/>
            </a:pPr>
            <a:r>
              <a:rPr lang="en-US" sz="1400" dirty="0">
                <a:solidFill>
                  <a:srgbClr val="FFFFFF"/>
                </a:solidFill>
                <a:latin typeface="Malgun Gothic" pitchFamily="34" charset="0"/>
                <a:ea typeface="Malgun Gothic" pitchFamily="34" charset="-122"/>
                <a:cs typeface="Malgun Gothic" pitchFamily="34" charset="-120"/>
              </a:rPr>
              <a:t>앞 장에 이어서 붙여넣기</a:t>
            </a:r>
            <a:endParaRPr lang="en-US" sz="1400" dirty="0"/>
          </a:p>
        </p:txBody>
      </p:sp>
      <p:sp>
        <p:nvSpPr>
          <p:cNvPr id="4" name="Shape 2"/>
          <p:cNvSpPr/>
          <p:nvPr/>
        </p:nvSpPr>
        <p:spPr>
          <a:xfrm>
            <a:off x="640080" y="1828800"/>
            <a:ext cx="10881360" cy="3931920"/>
          </a:xfrm>
          <a:prstGeom prst="rect">
            <a:avLst/>
          </a:prstGeom>
          <a:solidFill>
            <a:srgbClr val="191914"/>
          </a:solidFill>
          <a:ln w="9525">
            <a:solidFill>
              <a:srgbClr val="3C3C3C"/>
            </a:solidFill>
            <a:prstDash val="solid"/>
          </a:ln>
        </p:spPr>
      </p:sp>
      <p:sp>
        <p:nvSpPr>
          <p:cNvPr id="5" name="Text 3"/>
          <p:cNvSpPr txBox="1"/>
          <p:nvPr/>
        </p:nvSpPr>
        <p:spPr>
          <a:xfrm>
            <a:off x="822960" y="1965960"/>
            <a:ext cx="10515600" cy="3657600"/>
          </a:xfrm>
          <a:prstGeom prst="rect">
            <a:avLst/>
          </a:prstGeom>
          <a:noFill/>
          <a:ln/>
        </p:spPr>
        <p:txBody>
          <a:bodyPr wrap="square" lIns="0" tIns="0" rIns="0" bIns="0" rtlCol="0" anchor="t"/>
          <a:lstStyle/>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2. </a:t>
            </a:r>
            <a:r>
              <a:rPr lang="en-US" sz="1500" dirty="0" err="1">
                <a:solidFill>
                  <a:srgbClr val="FFFFFF"/>
                </a:solidFill>
                <a:latin typeface="Malgun Gothic" pitchFamily="34" charset="0"/>
                <a:ea typeface="Malgun Gothic" pitchFamily="34" charset="-122"/>
                <a:cs typeface="Malgun Gothic" pitchFamily="34" charset="-120"/>
              </a:rPr>
              <a:t>문단</a:t>
            </a:r>
            <a:r>
              <a:rPr lang="en-US" sz="1500" dirty="0">
                <a:solidFill>
                  <a:srgbClr val="FFFFFF"/>
                </a:solidFill>
                <a:latin typeface="Malgun Gothic" pitchFamily="34" charset="0"/>
                <a:ea typeface="Malgun Gothic" pitchFamily="34" charset="-122"/>
                <a:cs typeface="Malgun Gothic" pitchFamily="34" charset="-120"/>
              </a:rPr>
              <a:t> </a:t>
            </a:r>
            <a:r>
              <a:rPr lang="ko-KR" altLang="en-US" sz="1500" dirty="0">
                <a:solidFill>
                  <a:srgbClr val="FFFFFF"/>
                </a:solidFill>
                <a:latin typeface="Malgun Gothic" pitchFamily="34" charset="0"/>
                <a:ea typeface="Malgun Gothic" pitchFamily="34" charset="-122"/>
                <a:cs typeface="Malgun Gothic" pitchFamily="34" charset="-120"/>
              </a:rPr>
              <a:t>정의</a:t>
            </a:r>
            <a:r>
              <a:rPr lang="en-US" sz="1500" dirty="0">
                <a:solidFill>
                  <a:srgbClr val="FFFFFF"/>
                </a:solidFill>
                <a:latin typeface="Malgun Gothic" pitchFamily="34" charset="0"/>
                <a:ea typeface="Malgun Gothic" pitchFamily="34" charset="-122"/>
                <a:cs typeface="Malgun Gothic" pitchFamily="34" charset="-120"/>
              </a:rPr>
              <a:t>: 텍스트 블록 하나를 문단 하나로 본다. 단, 앞 블록과 세로로 붙어 있고</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앞 블록이 문장 부호로 끝나지 않으면 한 문단으로 잇는다. 줄 끝 하이픈은 단어를 잇는다.</a:t>
            </a:r>
            <a:endParaRPr lang="en-US" sz="1500" dirty="0"/>
          </a:p>
          <a:p>
            <a:pPr marL="0" indent="0">
              <a:lnSpc>
                <a:spcPct val="160000"/>
              </a:lnSpc>
              <a:buNone/>
            </a:pP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3. 청킹: 문단을 순서대로 담다가, 다음 문단을 더하면 약 350토큰을 넘을 때 그 앞에서</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청크를 마감한다(토큰 수는 글자 수로 어림잡으면 충분). 다음 청크는 직전 청크의</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마지막 문단을 다시 넣고 시작하되, 그 문단이 175토큰을 넘으면 넣지 않는다.</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350토큰이 넘는 문단은 문장 끝에서, 그래도 길면 단어 경계에서 나눈다.</a:t>
            </a:r>
            <a:endParaRPr lang="en-US" sz="1500" dirty="0"/>
          </a:p>
        </p:txBody>
      </p:sp>
      <p:sp>
        <p:nvSpPr>
          <p:cNvPr id="6" name="Text 4"/>
          <p:cNvSpPr txBox="1"/>
          <p:nvPr/>
        </p:nvSpPr>
        <p:spPr>
          <a:xfrm>
            <a:off x="640080" y="5943600"/>
            <a:ext cx="10881360" cy="548640"/>
          </a:xfrm>
          <a:prstGeom prst="rect">
            <a:avLst/>
          </a:prstGeom>
          <a:noFill/>
          <a:ln/>
        </p:spPr>
        <p:txBody>
          <a:bodyPr wrap="square" lIns="0" tIns="0" rIns="0" bIns="0" rtlCol="0" anchor="t"/>
          <a:lstStyle/>
          <a:p>
            <a:pPr marL="0" indent="0" algn="l">
              <a:lnSpc>
                <a:spcPct val="150000"/>
              </a:lnSpc>
              <a:buNone/>
            </a:pPr>
            <a:r>
              <a:rPr lang="en-US" sz="1250" dirty="0">
                <a:solidFill>
                  <a:srgbClr val="FFFFFF"/>
                </a:solidFill>
                <a:latin typeface="Malgun Gothic" pitchFamily="34" charset="0"/>
                <a:ea typeface="Malgun Gothic" pitchFamily="34" charset="-122"/>
                <a:cs typeface="Malgun Gothic" pitchFamily="34" charset="-120"/>
              </a:rPr>
              <a:t>요구사항 2·3이 앞에서 설명한 구조 인식 분할 규칙. 약 350토큰 상한 + 문단 경계 + 문단 1개 오버랩</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실습 ① — 인제스트 프롬프트 (3/3)</a:t>
            </a:r>
            <a:endParaRPr lang="en-US" sz="2800" dirty="0"/>
          </a:p>
        </p:txBody>
      </p:sp>
      <p:sp>
        <p:nvSpPr>
          <p:cNvPr id="3" name="Text 1"/>
          <p:cNvSpPr txBox="1"/>
          <p:nvPr/>
        </p:nvSpPr>
        <p:spPr>
          <a:xfrm>
            <a:off x="640080" y="1097280"/>
            <a:ext cx="10881360" cy="411480"/>
          </a:xfrm>
          <a:prstGeom prst="rect">
            <a:avLst/>
          </a:prstGeom>
          <a:noFill/>
          <a:ln/>
        </p:spPr>
        <p:txBody>
          <a:bodyPr wrap="square" lIns="0" tIns="0" rIns="0" bIns="0" rtlCol="0" anchor="t"/>
          <a:lstStyle/>
          <a:p>
            <a:pPr marL="0" indent="0">
              <a:buNone/>
            </a:pPr>
            <a:r>
              <a:rPr lang="en-US" sz="1400" dirty="0">
                <a:solidFill>
                  <a:srgbClr val="FFFFFF"/>
                </a:solidFill>
                <a:latin typeface="Malgun Gothic" pitchFamily="34" charset="0"/>
                <a:ea typeface="Malgun Gothic" pitchFamily="34" charset="-122"/>
                <a:cs typeface="Malgun Gothic" pitchFamily="34" charset="-120"/>
              </a:rPr>
              <a:t>앞 두 장에 이어서 붙여넣기. 여기까지가 한 번에 붙여넣을 전체 프롬프트임</a:t>
            </a:r>
            <a:endParaRPr lang="en-US" sz="1400" dirty="0"/>
          </a:p>
        </p:txBody>
      </p:sp>
      <p:sp>
        <p:nvSpPr>
          <p:cNvPr id="4" name="Shape 2"/>
          <p:cNvSpPr/>
          <p:nvPr/>
        </p:nvSpPr>
        <p:spPr>
          <a:xfrm>
            <a:off x="640080" y="1828800"/>
            <a:ext cx="10881360" cy="3931920"/>
          </a:xfrm>
          <a:prstGeom prst="rect">
            <a:avLst/>
          </a:prstGeom>
          <a:solidFill>
            <a:srgbClr val="191914"/>
          </a:solidFill>
          <a:ln w="9525">
            <a:solidFill>
              <a:srgbClr val="3C3C3C"/>
            </a:solidFill>
            <a:prstDash val="solid"/>
          </a:ln>
        </p:spPr>
      </p:sp>
      <p:sp>
        <p:nvSpPr>
          <p:cNvPr id="5" name="Text 3"/>
          <p:cNvSpPr txBox="1"/>
          <p:nvPr/>
        </p:nvSpPr>
        <p:spPr>
          <a:xfrm>
            <a:off x="822960" y="1965960"/>
            <a:ext cx="10515600" cy="3657600"/>
          </a:xfrm>
          <a:prstGeom prst="rect">
            <a:avLst/>
          </a:prstGeom>
          <a:noFill/>
          <a:ln/>
        </p:spPr>
        <p:txBody>
          <a:bodyPr wrap="square" lIns="0" tIns="0" rIns="0" bIns="0" rtlCol="0" anchor="t"/>
          <a:lstStyle/>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4. 각 청크 본문 앞에 "[파일명 | p.시작페이지] " 접두어를 붙인다.</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5. chunks.jsonl에 한 줄에 청크 하나씩 저장한다. 형식: {"id": 0부터 순서대로,</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   "doc": 파일명, "page": 시작 페이지, "text": 접두어 포함 본문}. 문단 사이는 빈 줄.</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6. 각 PDF의 전체 텍스트를 corpus_txt/파일명.txt 로도 저장한다.</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7. 마지막 줄에 정확히 "OK: {청크수} chunks from {문서수} docs" 를 출력한다.</a:t>
            </a:r>
            <a:endParaRPr lang="en-US" sz="1500" dirty="0"/>
          </a:p>
          <a:p>
            <a:pPr marL="0" indent="0">
              <a:lnSpc>
                <a:spcPct val="160000"/>
              </a:lnSpc>
              <a:buNone/>
            </a:pP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실행은 uv run python ingest.py 로 </a:t>
            </a:r>
            <a:r>
              <a:rPr lang="ko-KR" altLang="en-US" sz="1500" dirty="0">
                <a:solidFill>
                  <a:srgbClr val="FFFFFF"/>
                </a:solidFill>
                <a:latin typeface="Malgun Gothic" pitchFamily="34" charset="0"/>
                <a:ea typeface="Malgun Gothic" pitchFamily="34" charset="-122"/>
                <a:cs typeface="Malgun Gothic" pitchFamily="34" charset="-120"/>
              </a:rPr>
              <a:t>해</a:t>
            </a:r>
            <a:r>
              <a:rPr lang="en-US" altLang="ko-KR" sz="1500" dirty="0">
                <a:solidFill>
                  <a:srgbClr val="FFFFFF"/>
                </a:solidFill>
                <a:latin typeface="Malgun Gothic" pitchFamily="34" charset="0"/>
                <a:ea typeface="Malgun Gothic" pitchFamily="34" charset="-122"/>
                <a:cs typeface="Malgun Gothic" pitchFamily="34" charset="-120"/>
              </a:rPr>
              <a:t>.</a:t>
            </a:r>
            <a:endParaRPr lang="en-US" sz="1500" dirty="0"/>
          </a:p>
          <a:p>
            <a:pPr marL="0" indent="0">
              <a:lnSpc>
                <a:spcPct val="160000"/>
              </a:lnSpc>
              <a:buNone/>
            </a:pPr>
            <a:r>
              <a:rPr lang="en-US" sz="1500" dirty="0">
                <a:solidFill>
                  <a:srgbClr val="FFFFFF"/>
                </a:solidFill>
                <a:latin typeface="Malgun Gothic" pitchFamily="34" charset="0"/>
                <a:ea typeface="Malgun Gothic" pitchFamily="34" charset="-122"/>
                <a:cs typeface="Malgun Gothic" pitchFamily="34" charset="-120"/>
              </a:rPr>
              <a:t>끝나면 전체 출력과 chunks.jsonl의 무작위 청크 2개를 보여줘.</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실습 ① — 프롬프트를 이렇게 쓴 이유 (1/2) 파싱·문단</a:t>
            </a:r>
          </a:p>
        </p:txBody>
      </p:sp>
      <p:sp>
        <p:nvSpPr>
          <p:cNvPr id="90" name="Lead"/>
          <p:cNvSpPr txBox="1"/>
          <p:nvPr/>
        </p:nvSpPr>
        <p:spPr>
          <a:xfrm>
            <a:off x="640080" y="1143000"/>
            <a:ext cx="10881360" cy="365760"/>
          </a:xfrm>
          <a:prstGeom prst="rect">
            <a:avLst/>
          </a:prstGeom>
          <a:noFill/>
          <a:ln>
            <a:noFill/>
          </a:ln>
        </p:spPr>
        <p:txBody>
          <a:bodyPr wrap="square" lIns="0" tIns="0" rIns="0" bIns="0" rtlCol="0" anchor="ctr"/>
          <a:lstStyle/>
          <a:p>
            <a:pPr marL="0" indent="0" algn="l">
              <a:lnSpc>
                <a:spcPct val="100000"/>
              </a:lnSpc>
              <a:spcAft>
                <a:spcPts val="0"/>
              </a:spcAft>
              <a:buNone/>
            </a:pPr>
            <a:r>
              <a:rPr lang="ko-KR" altLang="en-US" sz="1300" dirty="0">
                <a:solidFill>
                  <a:srgbClr val="FFFFFF"/>
                </a:solidFill>
                <a:latin typeface="Malgun Gothic" pitchFamily="34" charset="0"/>
                <a:ea typeface="Malgun Gothic" pitchFamily="34" charset="-122"/>
                <a:cs typeface="Malgun Gothic" pitchFamily="34" charset="-120"/>
              </a:rPr>
              <a:t>33~35쪽 지시문이 왜 이렇게 쓰였는지 풀어 쓴 설명. 요구사항 1·2는 PDF에서 글자를 뽑을 때 생기는 문제를 미리 막는 지시임</a:t>
            </a:r>
          </a:p>
        </p:txBody>
      </p:sp>
      <p:graphicFrame>
        <p:nvGraphicFramePr>
          <p:cNvPr id="44" name="Table 0"/>
          <p:cNvGraphicFramePr>
            <a:graphicFrameLocks noGrp="1"/>
          </p:cNvGraphicFramePr>
          <p:nvPr/>
        </p:nvGraphicFramePr>
        <p:xfrm>
          <a:off x="640080" y="1645920"/>
          <a:ext cx="10881360" cy="4014340"/>
        </p:xfrm>
        <a:graphic>
          <a:graphicData uri="http://schemas.openxmlformats.org/drawingml/2006/table">
            <a:tbl>
              <a:tblPr/>
              <a:tblGrid>
                <a:gridCol w="329184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420000">
                <a:tc>
                  <a:txBody>
                    <a:bodyPr/>
                    <a:lstStyle/>
                    <a:p>
                      <a:pPr marL="0" indent="0" algn="l">
                        <a:lnSpc>
                          <a:spcPct val="120000"/>
                        </a:lnSpc>
                        <a:spcAft>
                          <a:spcPts val="0"/>
                        </a:spcAft>
                        <a:buNone/>
                      </a:pPr>
                      <a:r>
                        <a:rPr lang="ko-KR" altLang="en-US" sz="1250" b="1" dirty="0">
                          <a:solidFill>
                            <a:srgbClr val="FFD733"/>
                          </a:solidFill>
                          <a:latin typeface="Malgun Gothic" pitchFamily="34" charset="0"/>
                          <a:ea typeface="Malgun Gothic" pitchFamily="34" charset="-122"/>
                          <a:cs typeface="Malgun Gothic" pitchFamily="34" charset="-120"/>
                        </a:rPr>
                        <a:t>프롬프트 지시</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tc>
                  <a:txBody>
                    <a:bodyPr/>
                    <a:lstStyle/>
                    <a:p>
                      <a:pPr marL="0" indent="0" algn="l">
                        <a:lnSpc>
                          <a:spcPct val="120000"/>
                        </a:lnSpc>
                        <a:spcAft>
                          <a:spcPts val="0"/>
                        </a:spcAft>
                        <a:buNone/>
                      </a:pPr>
                      <a:r>
                        <a:rPr lang="ko-KR" altLang="en-US" sz="1250" b="1" dirty="0">
                          <a:solidFill>
                            <a:srgbClr val="FFD733"/>
                          </a:solidFill>
                          <a:latin typeface="Malgun Gothic" pitchFamily="34" charset="0"/>
                          <a:ea typeface="Malgun Gothic" pitchFamily="34" charset="-122"/>
                          <a:cs typeface="Malgun Gothic" pitchFamily="34" charset="-120"/>
                        </a:rPr>
                        <a:t>왜 이렇게 썼나</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1. 블록은 파일에 기록된 순서대로 읽기</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대부분의 PDF는 사람이 읽는 순서대로 글을 기록해 둠. </a:t>
                      </a:r>
                      <a:endParaRPr lang="en-US" altLang="ko-KR" sz="1200" dirty="0">
                        <a:solidFill>
                          <a:srgbClr val="FFFFFF"/>
                        </a:solidFill>
                        <a:latin typeface="Malgun Gothic" pitchFamily="34" charset="0"/>
                        <a:ea typeface="Malgun Gothic" pitchFamily="34" charset="-122"/>
                        <a:cs typeface="Malgun Gothic" pitchFamily="34" charset="-120"/>
                      </a:endParaRPr>
                    </a:p>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그런데 쪽 전체를 위치(위→아래)로 다시 정렬하면 같은 높이에 있는 왼쪽 단과 오른쪽 단 문단이 번갈아 섞이므로</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내용이 순차적으로 이어지지 않음</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이렇게 하지 말라고 지시하는 것</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1"/>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1. 블록 안의 줄만 위→아래·왼쪽→오른쪽으로 정렬</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200"/>
                        </a:spcAft>
                        <a:buNone/>
                      </a:pPr>
                      <a:r>
                        <a:rPr lang="ko-KR" altLang="en-US" sz="1200" dirty="0">
                          <a:solidFill>
                            <a:srgbClr val="FFFFFF"/>
                          </a:solidFill>
                          <a:latin typeface="Malgun Gothic" pitchFamily="34" charset="0"/>
                          <a:ea typeface="Malgun Gothic" pitchFamily="34" charset="-122"/>
                          <a:cs typeface="Malgun Gothic" pitchFamily="34" charset="-120"/>
                        </a:rPr>
                        <a:t>한글</a:t>
                      </a:r>
                      <a:r>
                        <a:rPr lang="en-US" altLang="ko-KR" sz="1200" dirty="0">
                          <a:solidFill>
                            <a:srgbClr val="FFFFFF"/>
                          </a:solidFill>
                          <a:latin typeface="Malgun Gothic" pitchFamily="34" charset="0"/>
                          <a:ea typeface="Malgun Gothic" pitchFamily="34" charset="-122"/>
                          <a:cs typeface="Malgun Gothic" pitchFamily="34" charset="-120"/>
                        </a:rPr>
                        <a:t>(HWP)</a:t>
                      </a:r>
                      <a:r>
                        <a:rPr lang="ko-KR" altLang="en-US" sz="1200" dirty="0">
                          <a:solidFill>
                            <a:srgbClr val="FFFFFF"/>
                          </a:solidFill>
                          <a:latin typeface="Malgun Gothic" pitchFamily="34" charset="0"/>
                          <a:ea typeface="Malgun Gothic" pitchFamily="34" charset="-122"/>
                          <a:cs typeface="Malgun Gothic" pitchFamily="34" charset="-120"/>
                        </a:rPr>
                        <a:t> 파일로 만든 </a:t>
                      </a:r>
                      <a:r>
                        <a:rPr lang="ko-KR" altLang="en-US" sz="1200" dirty="0" err="1">
                          <a:solidFill>
                            <a:srgbClr val="FFFFFF"/>
                          </a:solidFill>
                          <a:latin typeface="Malgun Gothic" pitchFamily="34" charset="0"/>
                          <a:ea typeface="Malgun Gothic" pitchFamily="34" charset="-122"/>
                          <a:cs typeface="Malgun Gothic" pitchFamily="34" charset="-120"/>
                        </a:rPr>
                        <a:t>PDF는</a:t>
                      </a:r>
                      <a:r>
                        <a:rPr lang="ko-KR" altLang="en-US" sz="1200" dirty="0">
                          <a:solidFill>
                            <a:srgbClr val="FFFFFF"/>
                          </a:solidFill>
                          <a:latin typeface="Malgun Gothic" pitchFamily="34" charset="0"/>
                          <a:ea typeface="Malgun Gothic" pitchFamily="34" charset="-122"/>
                          <a:cs typeface="Malgun Gothic" pitchFamily="34" charset="-120"/>
                        </a:rPr>
                        <a:t> 한 줄 안에서도 한글과 영어·숫자를 따로 기록해 둠.</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아래 예시처럼 그대로 읽으면 </a:t>
                      </a:r>
                      <a:r>
                        <a:rPr lang="en-US" altLang="ko-KR" sz="1200" dirty="0">
                          <a:solidFill>
                            <a:srgbClr val="FFFFFF"/>
                          </a:solidFill>
                          <a:latin typeface="Malgun Gothic" pitchFamily="34" charset="0"/>
                          <a:ea typeface="Malgun Gothic" pitchFamily="34" charset="-122"/>
                          <a:cs typeface="Malgun Gothic" pitchFamily="34" charset="-120"/>
                        </a:rPr>
                        <a:t>GPU </a:t>
                      </a:r>
                      <a:r>
                        <a:rPr lang="ko-KR" altLang="en-US" sz="1200" dirty="0">
                          <a:solidFill>
                            <a:srgbClr val="FFFFFF"/>
                          </a:solidFill>
                          <a:latin typeface="Malgun Gothic" pitchFamily="34" charset="0"/>
                          <a:ea typeface="Malgun Gothic" pitchFamily="34" charset="-122"/>
                          <a:cs typeface="Malgun Gothic" pitchFamily="34" charset="-120"/>
                        </a:rPr>
                        <a:t>단어가 줄 끝으로 밀려나므로, 블록(문단) 하나 안에서만 위치대로 다시 정렬해 바로잡음</a:t>
                      </a:r>
                    </a:p>
                    <a:p>
                      <a:pPr marL="0" indent="0" algn="l">
                        <a:lnSpc>
                          <a:spcPct val="120000"/>
                        </a:lnSpc>
                        <a:spcAft>
                          <a:spcPts val="0"/>
                        </a:spcAft>
                        <a:buNone/>
                      </a:pPr>
                      <a:r>
                        <a:rPr lang="ko-KR" altLang="en-US" sz="1150" dirty="0">
                          <a:solidFill>
                            <a:srgbClr val="FFD733"/>
                          </a:solidFill>
                          <a:latin typeface="Malgun Gothic" pitchFamily="34" charset="0"/>
                          <a:ea typeface="Malgun Gothic" pitchFamily="34" charset="-122"/>
                          <a:cs typeface="Malgun Gothic" pitchFamily="34" charset="-120"/>
                        </a:rPr>
                        <a:t>예) '확보를 넘어 운영으로 … GPU'  →  'GPU 확보를 넘어 운영으로'</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2"/>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1. 이미지 블록은 빼기</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그림에는 뽑을 글자가 없으므로 처리 대상에서 제외</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3"/>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1. 문서 전체에서 30번 넘게 나오는 폭 좁은 한자 → 공백</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200"/>
                        </a:spcAft>
                        <a:buNone/>
                      </a:pPr>
                      <a:r>
                        <a:rPr lang="ko-KR" altLang="en-US" sz="1200" dirty="0">
                          <a:solidFill>
                            <a:srgbClr val="FFFFFF"/>
                          </a:solidFill>
                          <a:latin typeface="Malgun Gothic" pitchFamily="34" charset="0"/>
                          <a:ea typeface="Malgun Gothic" pitchFamily="34" charset="-122"/>
                          <a:cs typeface="Malgun Gothic" pitchFamily="34" charset="-120"/>
                        </a:rPr>
                        <a:t>국문 보고서에서 화면에는 띄어쓰기로 보이는 자리가, 글자를 뽑으면 '堺' 같은 한자로 나옴(이슈브리프 한 편에 약 3,000개). 진짜 한자는 폭이 넓고 드물어서 '자주 나오고 폭 좁은 한자'만 골라 공백으로 되돌림. 한자로 한정해야 영문 논문의 따옴표(’)가 안 지워지고, 문서 전체로 세야 적게 나오는 쪽에서도 놓치지 않음</a:t>
                      </a:r>
                    </a:p>
                    <a:p>
                      <a:pPr marL="0" indent="0" algn="l">
                        <a:lnSpc>
                          <a:spcPct val="120000"/>
                        </a:lnSpc>
                        <a:spcAft>
                          <a:spcPts val="0"/>
                        </a:spcAft>
                        <a:buNone/>
                      </a:pPr>
                      <a:r>
                        <a:rPr lang="ko-KR" altLang="en-US" sz="1150" dirty="0">
                          <a:solidFill>
                            <a:srgbClr val="FFD733"/>
                          </a:solidFill>
                          <a:latin typeface="Malgun Gothic" pitchFamily="34" charset="0"/>
                          <a:ea typeface="Malgun Gothic" pitchFamily="34" charset="-122"/>
                          <a:cs typeface="Malgun Gothic" pitchFamily="34" charset="-120"/>
                        </a:rPr>
                        <a:t>예) '확보를堺넘어堺운영으로'  →  '확보를 넘어 운영으로'</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4"/>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2. 문단 정하기</a:t>
                      </a:r>
                      <a:r>
                        <a:rPr lang="en-US" altLang="ko-KR" sz="1200" b="1" dirty="0">
                          <a:solidFill>
                            <a:srgbClr val="FFFFFF"/>
                          </a:solidFill>
                          <a:latin typeface="Malgun Gothic" pitchFamily="34" charset="0"/>
                          <a:ea typeface="Malgun Gothic" pitchFamily="34" charset="-122"/>
                          <a:cs typeface="Malgun Gothic" pitchFamily="34" charset="-120"/>
                        </a:rPr>
                        <a:t>. (</a:t>
                      </a:r>
                      <a:r>
                        <a:rPr lang="ko-KR" altLang="en-US" sz="1200" b="1" dirty="0">
                          <a:solidFill>
                            <a:srgbClr val="FFFFFF"/>
                          </a:solidFill>
                          <a:latin typeface="Malgun Gothic" pitchFamily="34" charset="0"/>
                          <a:ea typeface="Malgun Gothic" pitchFamily="34" charset="-122"/>
                          <a:cs typeface="Malgun Gothic" pitchFamily="34" charset="-120"/>
                        </a:rPr>
                        <a:t>텍스트 블록 하나 = 문단 하나, 쪼개진 블록은 다시 잇기</a:t>
                      </a:r>
                      <a:r>
                        <a:rPr lang="en-US" altLang="ko-KR" sz="1200" b="1" dirty="0">
                          <a:solidFill>
                            <a:srgbClr val="FFFFFF"/>
                          </a:solidFill>
                          <a:latin typeface="Malgun Gothic" pitchFamily="34" charset="0"/>
                          <a:ea typeface="Malgun Gothic" pitchFamily="34" charset="-122"/>
                          <a:cs typeface="Malgun Gothic" pitchFamily="34" charset="-120"/>
                        </a:rPr>
                        <a:t>)</a:t>
                      </a:r>
                      <a:endParaRPr lang="ko-KR" altLang="en-US" sz="1200" b="1" dirty="0">
                        <a:solidFill>
                          <a:srgbClr val="FFFFFF"/>
                        </a:solidFill>
                        <a:latin typeface="Malgun Gothic" pitchFamily="34" charset="0"/>
                        <a:ea typeface="Malgun Gothic" pitchFamily="34" charset="-122"/>
                        <a:cs typeface="Malgun Gothic" pitchFamily="34" charset="-12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200"/>
                        </a:spcAft>
                        <a:buNone/>
                      </a:pPr>
                      <a:r>
                        <a:rPr lang="en-US" altLang="ko-KR" sz="1200" dirty="0">
                          <a:solidFill>
                            <a:srgbClr val="FFFFFF"/>
                          </a:solidFill>
                          <a:latin typeface="Malgun Gothic" pitchFamily="34" charset="0"/>
                          <a:ea typeface="Malgun Gothic" pitchFamily="34" charset="-122"/>
                          <a:cs typeface="Malgun Gothic" pitchFamily="34" charset="-120"/>
                        </a:rPr>
                        <a:t>PDF</a:t>
                      </a:r>
                      <a:r>
                        <a:rPr lang="ko-KR" altLang="en-US" sz="1200" dirty="0">
                          <a:solidFill>
                            <a:srgbClr val="FFFFFF"/>
                          </a:solidFill>
                          <a:latin typeface="Malgun Gothic" pitchFamily="34" charset="0"/>
                          <a:ea typeface="Malgun Gothic" pitchFamily="34" charset="-122"/>
                          <a:cs typeface="Malgun Gothic" pitchFamily="34" charset="-120"/>
                        </a:rPr>
                        <a:t>에는 문단 정보가 없고 글자의 위치만 있음</a:t>
                      </a:r>
                      <a:r>
                        <a:rPr lang="en-US" altLang="ko-KR" sz="1200" dirty="0">
                          <a:solidFill>
                            <a:srgbClr val="FFFFFF"/>
                          </a:solidFill>
                          <a:latin typeface="Malgun Gothic" pitchFamily="34" charset="0"/>
                          <a:ea typeface="Malgun Gothic" pitchFamily="34" charset="-122"/>
                          <a:cs typeface="Malgun Gothic" pitchFamily="34" charset="-120"/>
                        </a:rPr>
                        <a:t>. </a:t>
                      </a:r>
                      <a:r>
                        <a:rPr lang="en-US" altLang="ko-KR" sz="1200" dirty="0" err="1">
                          <a:solidFill>
                            <a:srgbClr val="FFFFFF"/>
                          </a:solidFill>
                          <a:latin typeface="Malgun Gothic" pitchFamily="34" charset="0"/>
                          <a:ea typeface="Malgun Gothic" pitchFamily="34" charset="-122"/>
                          <a:cs typeface="Malgun Gothic" pitchFamily="34" charset="-120"/>
                        </a:rPr>
                        <a:t>PyMuPDF</a:t>
                      </a:r>
                      <a:r>
                        <a:rPr lang="ko-KR" altLang="en-US" sz="1200" dirty="0">
                          <a:solidFill>
                            <a:srgbClr val="FFFFFF"/>
                          </a:solidFill>
                          <a:latin typeface="Malgun Gothic" pitchFamily="34" charset="0"/>
                          <a:ea typeface="Malgun Gothic" pitchFamily="34" charset="-122"/>
                          <a:cs typeface="Malgun Gothic" pitchFamily="34" charset="-120"/>
                        </a:rPr>
                        <a:t>가 가까이 붙은 줄들을 </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블록</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이라는 덩어리로 묶어 주는데</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보통 블록 하나가 문단 하나라 이를 문단으로 씀</a:t>
                      </a:r>
                      <a:r>
                        <a:rPr lang="en-US" altLang="ko-KR" sz="1200" dirty="0">
                          <a:solidFill>
                            <a:srgbClr val="FFFFFF"/>
                          </a:solidFill>
                          <a:latin typeface="Malgun Gothic" pitchFamily="34" charset="0"/>
                          <a:ea typeface="Malgun Gothic" pitchFamily="34" charset="-122"/>
                          <a:cs typeface="Malgun Gothic" pitchFamily="34" charset="-120"/>
                        </a:rPr>
                        <a:t>. </a:t>
                      </a:r>
                    </a:p>
                    <a:p>
                      <a:pPr marL="0" indent="0" algn="l">
                        <a:lnSpc>
                          <a:spcPct val="120000"/>
                        </a:lnSpc>
                        <a:spcAft>
                          <a:spcPts val="200"/>
                        </a:spcAft>
                        <a:buNone/>
                      </a:pPr>
                      <a:r>
                        <a:rPr lang="ko-KR" altLang="en-US" sz="1150" dirty="0">
                          <a:solidFill>
                            <a:srgbClr val="FFD733"/>
                          </a:solidFill>
                          <a:latin typeface="Malgun Gothic" pitchFamily="34" charset="0"/>
                          <a:ea typeface="Malgun Gothic" pitchFamily="34" charset="-122"/>
                          <a:cs typeface="Malgun Gothic" pitchFamily="34" charset="-120"/>
                        </a:rPr>
                        <a:t>예) '</a:t>
                      </a:r>
                      <a:r>
                        <a:rPr lang="ko-KR" altLang="en-US" sz="1150" dirty="0" err="1">
                          <a:solidFill>
                            <a:srgbClr val="FFD733"/>
                          </a:solidFill>
                          <a:latin typeface="Malgun Gothic" pitchFamily="34" charset="0"/>
                          <a:ea typeface="Malgun Gothic" pitchFamily="34" charset="-122"/>
                          <a:cs typeface="Malgun Gothic" pitchFamily="34" charset="-120"/>
                        </a:rPr>
                        <a:t>retrie</a:t>
                      </a:r>
                      <a:r>
                        <a:rPr lang="ko-KR" altLang="en-US" sz="1150" dirty="0">
                          <a:solidFill>
                            <a:srgbClr val="FFD733"/>
                          </a:solidFill>
                          <a:latin typeface="Malgun Gothic" pitchFamily="34" charset="0"/>
                          <a:ea typeface="Malgun Gothic" pitchFamily="34" charset="-122"/>
                          <a:cs typeface="Malgun Gothic" pitchFamily="34" charset="-120"/>
                        </a:rPr>
                        <a:t>-' + '</a:t>
                      </a:r>
                      <a:r>
                        <a:rPr lang="ko-KR" altLang="en-US" sz="1150" dirty="0" err="1">
                          <a:solidFill>
                            <a:srgbClr val="FFD733"/>
                          </a:solidFill>
                          <a:latin typeface="Malgun Gothic" pitchFamily="34" charset="0"/>
                          <a:ea typeface="Malgun Gothic" pitchFamily="34" charset="-122"/>
                          <a:cs typeface="Malgun Gothic" pitchFamily="34" charset="-120"/>
                        </a:rPr>
                        <a:t>val</a:t>
                      </a:r>
                      <a:r>
                        <a:rPr lang="ko-KR" altLang="en-US" sz="1150" dirty="0">
                          <a:solidFill>
                            <a:srgbClr val="FFD733"/>
                          </a:solidFill>
                          <a:latin typeface="Malgun Gothic" pitchFamily="34" charset="0"/>
                          <a:ea typeface="Malgun Gothic" pitchFamily="34" charset="-122"/>
                          <a:cs typeface="Malgun Gothic" pitchFamily="34" charset="-120"/>
                        </a:rPr>
                        <a:t>'  →  '</a:t>
                      </a:r>
                      <a:r>
                        <a:rPr lang="ko-KR" altLang="en-US" sz="1150" dirty="0" err="1">
                          <a:solidFill>
                            <a:srgbClr val="FFD733"/>
                          </a:solidFill>
                          <a:latin typeface="Malgun Gothic" pitchFamily="34" charset="0"/>
                          <a:ea typeface="Malgun Gothic" pitchFamily="34" charset="-122"/>
                          <a:cs typeface="Malgun Gothic" pitchFamily="34" charset="-120"/>
                        </a:rPr>
                        <a:t>retrieval</a:t>
                      </a:r>
                      <a:r>
                        <a:rPr lang="ko-KR" altLang="en-US" sz="1150" dirty="0">
                          <a:solidFill>
                            <a:srgbClr val="FFD733"/>
                          </a:solidFill>
                          <a:latin typeface="Malgun Gothic" pitchFamily="34" charset="0"/>
                          <a:ea typeface="Malgun Gothic" pitchFamily="34" charset="-122"/>
                          <a:cs typeface="Malgun Gothic" pitchFamily="34" charset="-120"/>
                        </a:rPr>
                        <a:t>'</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① — 프롬프트를 이렇게 쓴 이유 (2/2) 청킹·저장·실행</a:t>
            </a:r>
          </a:p>
        </p:txBody>
      </p:sp>
      <p:sp>
        <p:nvSpPr>
          <p:cNvPr id="90" name="Lead"/>
          <p:cNvSpPr txBox="1"/>
          <p:nvPr/>
        </p:nvSpPr>
        <p:spPr>
          <a:xfrm>
            <a:off x="640080" y="1143000"/>
            <a:ext cx="10881360" cy="365760"/>
          </a:xfrm>
          <a:prstGeom prst="rect">
            <a:avLst/>
          </a:prstGeom>
          <a:noFill/>
          <a:ln>
            <a:noFill/>
          </a:ln>
        </p:spPr>
        <p:txBody>
          <a:bodyPr wrap="square" lIns="0" tIns="0" rIns="0" bIns="0" rtlCol="0" anchor="ctr"/>
          <a:lstStyle/>
          <a:p>
            <a:pPr marL="0" indent="0" algn="l">
              <a:lnSpc>
                <a:spcPct val="100000"/>
              </a:lnSpc>
              <a:spcAft>
                <a:spcPts val="0"/>
              </a:spcAft>
              <a:buNone/>
            </a:pPr>
            <a:r>
              <a:rPr lang="ko-KR" altLang="en-US" sz="1300" dirty="0">
                <a:solidFill>
                  <a:srgbClr val="FFFFFF"/>
                </a:solidFill>
                <a:latin typeface="Malgun Gothic" pitchFamily="34" charset="0"/>
                <a:ea typeface="Malgun Gothic" pitchFamily="34" charset="-122"/>
                <a:cs typeface="Malgun Gothic" pitchFamily="34" charset="-120"/>
              </a:rPr>
              <a:t>요구사항 3은 앞에서 배운 구조 인식 분할 규칙. 4~7과 마지막 두 줄은 다음 단계(인덱싱·검색)와 결과 판정을 위한 약속임</a:t>
            </a:r>
          </a:p>
        </p:txBody>
      </p:sp>
      <p:graphicFrame>
        <p:nvGraphicFramePr>
          <p:cNvPr id="44" name="Table 0"/>
          <p:cNvGraphicFramePr>
            <a:graphicFrameLocks noGrp="1"/>
          </p:cNvGraphicFramePr>
          <p:nvPr/>
        </p:nvGraphicFramePr>
        <p:xfrm>
          <a:off x="640080" y="1645920"/>
          <a:ext cx="10881360" cy="4122610"/>
        </p:xfrm>
        <a:graphic>
          <a:graphicData uri="http://schemas.openxmlformats.org/drawingml/2006/table">
            <a:tbl>
              <a:tblPr/>
              <a:tblGrid>
                <a:gridCol w="329184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420000">
                <a:tc>
                  <a:txBody>
                    <a:bodyPr/>
                    <a:lstStyle/>
                    <a:p>
                      <a:pPr marL="0" indent="0" algn="l">
                        <a:lnSpc>
                          <a:spcPct val="120000"/>
                        </a:lnSpc>
                        <a:spcAft>
                          <a:spcPts val="0"/>
                        </a:spcAft>
                        <a:buNone/>
                      </a:pPr>
                      <a:r>
                        <a:rPr lang="ko-KR" altLang="en-US" sz="1250" b="1" dirty="0">
                          <a:solidFill>
                            <a:srgbClr val="FFD733"/>
                          </a:solidFill>
                          <a:latin typeface="Malgun Gothic" pitchFamily="34" charset="0"/>
                          <a:ea typeface="Malgun Gothic" pitchFamily="34" charset="-122"/>
                          <a:cs typeface="Malgun Gothic" pitchFamily="34" charset="-120"/>
                        </a:rPr>
                        <a:t>프롬프트 지시</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tc>
                  <a:txBody>
                    <a:bodyPr/>
                    <a:lstStyle/>
                    <a:p>
                      <a:pPr marL="0" indent="0" algn="l">
                        <a:lnSpc>
                          <a:spcPct val="120000"/>
                        </a:lnSpc>
                        <a:spcAft>
                          <a:spcPts val="0"/>
                        </a:spcAft>
                        <a:buNone/>
                      </a:pPr>
                      <a:r>
                        <a:rPr lang="ko-KR" altLang="en-US" sz="1250" b="1" dirty="0">
                          <a:solidFill>
                            <a:srgbClr val="FFD733"/>
                          </a:solidFill>
                          <a:latin typeface="Malgun Gothic" pitchFamily="34" charset="0"/>
                          <a:ea typeface="Malgun Gothic" pitchFamily="34" charset="-122"/>
                          <a:cs typeface="Malgun Gothic" pitchFamily="34" charset="-120"/>
                        </a:rPr>
                        <a:t>왜 이렇게 썼나</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370000">
                <a:tc>
                  <a:txBody>
                    <a:bodyPr/>
                    <a:lstStyle/>
                    <a:p>
                      <a:pPr marL="0" indent="0" algn="l">
                        <a:lnSpc>
                          <a:spcPct val="10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3. </a:t>
                      </a:r>
                      <a:r>
                        <a:rPr lang="ko-KR" altLang="en-US" sz="1200" b="1" dirty="0" err="1">
                          <a:solidFill>
                            <a:srgbClr val="FFFFFF"/>
                          </a:solidFill>
                          <a:latin typeface="Malgun Gothic" pitchFamily="34" charset="0"/>
                          <a:ea typeface="Malgun Gothic" pitchFamily="34" charset="-122"/>
                          <a:cs typeface="Malgun Gothic" pitchFamily="34" charset="-120"/>
                        </a:rPr>
                        <a:t>청크</a:t>
                      </a:r>
                      <a:r>
                        <a:rPr lang="ko-KR" altLang="en-US" sz="1200" b="1" dirty="0">
                          <a:solidFill>
                            <a:srgbClr val="FFFFFF"/>
                          </a:solidFill>
                          <a:latin typeface="Malgun Gothic" pitchFamily="34" charset="0"/>
                          <a:ea typeface="Malgun Gothic" pitchFamily="34" charset="-122"/>
                          <a:cs typeface="Malgun Gothic" pitchFamily="34" charset="-120"/>
                        </a:rPr>
                        <a:t> 상한 약 </a:t>
                      </a:r>
                      <a:r>
                        <a:rPr lang="en-US" altLang="ko-KR" sz="1200" b="1" dirty="0">
                          <a:solidFill>
                            <a:srgbClr val="FFFFFF"/>
                          </a:solidFill>
                          <a:latin typeface="Malgun Gothic" pitchFamily="34" charset="0"/>
                          <a:ea typeface="Malgun Gothic" pitchFamily="34" charset="-122"/>
                          <a:cs typeface="Malgun Gothic" pitchFamily="34" charset="-120"/>
                        </a:rPr>
                        <a:t>350</a:t>
                      </a:r>
                      <a:r>
                        <a:rPr lang="ko-KR" altLang="en-US" sz="1200" b="1" dirty="0">
                          <a:solidFill>
                            <a:srgbClr val="FFFFFF"/>
                          </a:solidFill>
                          <a:latin typeface="Malgun Gothic" pitchFamily="34" charset="0"/>
                          <a:ea typeface="Malgun Gothic" pitchFamily="34" charset="-122"/>
                          <a:cs typeface="Malgun Gothic" pitchFamily="34" charset="-120"/>
                        </a:rPr>
                        <a:t>토큰 </a:t>
                      </a:r>
                      <a:r>
                        <a:rPr lang="en-US" altLang="ko-KR" sz="1200" b="1" dirty="0">
                          <a:solidFill>
                            <a:srgbClr val="FFFFFF"/>
                          </a:solidFill>
                          <a:latin typeface="Malgun Gothic" pitchFamily="34" charset="0"/>
                          <a:ea typeface="Malgun Gothic" pitchFamily="34" charset="-122"/>
                          <a:cs typeface="Malgun Gothic" pitchFamily="34" charset="-120"/>
                        </a:rPr>
                        <a:t>(</a:t>
                      </a:r>
                      <a:r>
                        <a:rPr lang="ko-KR" altLang="en-US" sz="1200" b="1" dirty="0">
                          <a:solidFill>
                            <a:srgbClr val="FFFFFF"/>
                          </a:solidFill>
                          <a:latin typeface="Malgun Gothic" pitchFamily="34" charset="0"/>
                          <a:ea typeface="Malgun Gothic" pitchFamily="34" charset="-122"/>
                          <a:cs typeface="Malgun Gothic" pitchFamily="34" charset="-120"/>
                        </a:rPr>
                        <a:t>토큰 수는 글자 수로 어림</a:t>
                      </a:r>
                      <a:r>
                        <a:rPr lang="en-US" altLang="ko-KR" sz="1200" b="1" dirty="0">
                          <a:solidFill>
                            <a:srgbClr val="FFFFFF"/>
                          </a:solidFill>
                          <a:latin typeface="Malgun Gothic" pitchFamily="34" charset="0"/>
                          <a:ea typeface="Malgun Gothic" pitchFamily="34" charset="-122"/>
                          <a:cs typeface="Malgun Gothic" pitchFamily="34" charset="-120"/>
                        </a:rPr>
                        <a:t>)</a:t>
                      </a:r>
                      <a:endParaRPr lang="ko-KR" altLang="en-US" sz="1200" b="1" dirty="0">
                        <a:solidFill>
                          <a:srgbClr val="FFFFFF"/>
                        </a:solidFill>
                        <a:latin typeface="Malgun Gothic" pitchFamily="34" charset="0"/>
                        <a:ea typeface="Malgun Gothic" pitchFamily="34" charset="-122"/>
                        <a:cs typeface="Malgun Gothic" pitchFamily="34" charset="-12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코드는 토큰을 정확히 세지 않고 글자</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단어 수로 어림함</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예</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영어 단어 </a:t>
                      </a:r>
                      <a:r>
                        <a:rPr lang="en-US" altLang="ko-KR" sz="1200" dirty="0">
                          <a:solidFill>
                            <a:srgbClr val="FFFFFF"/>
                          </a:solidFill>
                          <a:latin typeface="Malgun Gothic" pitchFamily="34" charset="0"/>
                          <a:ea typeface="Malgun Gothic" pitchFamily="34" charset="-122"/>
                          <a:cs typeface="Malgun Gothic" pitchFamily="34" charset="-120"/>
                        </a:rPr>
                        <a:t>1</a:t>
                      </a:r>
                      <a:r>
                        <a:rPr lang="ko-KR" altLang="en-US" sz="1200" dirty="0">
                          <a:solidFill>
                            <a:srgbClr val="FFFFFF"/>
                          </a:solidFill>
                          <a:latin typeface="Malgun Gothic" pitchFamily="34" charset="0"/>
                          <a:ea typeface="Malgun Gothic" pitchFamily="34" charset="-122"/>
                          <a:cs typeface="Malgun Gothic" pitchFamily="34" charset="-120"/>
                        </a:rPr>
                        <a:t>개 ≈ </a:t>
                      </a:r>
                      <a:r>
                        <a:rPr lang="en-US" altLang="ko-KR" sz="1200" dirty="0">
                          <a:solidFill>
                            <a:srgbClr val="FFFFFF"/>
                          </a:solidFill>
                          <a:latin typeface="Malgun Gothic" pitchFamily="34" charset="0"/>
                          <a:ea typeface="Malgun Gothic" pitchFamily="34" charset="-122"/>
                          <a:cs typeface="Malgun Gothic" pitchFamily="34" charset="-120"/>
                        </a:rPr>
                        <a:t>1.3</a:t>
                      </a:r>
                      <a:r>
                        <a:rPr lang="ko-KR" altLang="en-US" sz="1200" dirty="0">
                          <a:solidFill>
                            <a:srgbClr val="FFFFFF"/>
                          </a:solidFill>
                          <a:latin typeface="Malgun Gothic" pitchFamily="34" charset="0"/>
                          <a:ea typeface="Malgun Gothic" pitchFamily="34" charset="-122"/>
                          <a:cs typeface="Malgun Gothic" pitchFamily="34" charset="-120"/>
                        </a:rPr>
                        <a:t>토큰</a:t>
                      </a:r>
                      <a:r>
                        <a:rPr lang="en-US" altLang="ko-KR" sz="1200" dirty="0">
                          <a:solidFill>
                            <a:srgbClr val="FFFFFF"/>
                          </a:solidFill>
                          <a:latin typeface="Malgun Gothic" pitchFamily="34" charset="0"/>
                          <a:ea typeface="Malgun Gothic" pitchFamily="34" charset="-122"/>
                          <a:cs typeface="Malgun Gothic" pitchFamily="34" charset="-120"/>
                        </a:rPr>
                        <a:t>). </a:t>
                      </a:r>
                    </a:p>
                    <a:p>
                      <a:pPr marL="0" indent="0" algn="l">
                        <a:lnSpc>
                          <a:spcPct val="120000"/>
                        </a:lnSpc>
                        <a:spcAft>
                          <a:spcPts val="0"/>
                        </a:spcAft>
                        <a:buNone/>
                      </a:pPr>
                      <a:r>
                        <a:rPr lang="ko-KR" altLang="en-US" sz="1200" dirty="0" err="1">
                          <a:solidFill>
                            <a:srgbClr val="FFFFFF"/>
                          </a:solidFill>
                          <a:latin typeface="Malgun Gothic" pitchFamily="34" charset="0"/>
                          <a:ea typeface="Malgun Gothic" pitchFamily="34" charset="-122"/>
                          <a:cs typeface="Malgun Gothic" pitchFamily="34" charset="-120"/>
                        </a:rPr>
                        <a:t>임베딩에</a:t>
                      </a:r>
                      <a:r>
                        <a:rPr lang="ko-KR" altLang="en-US" sz="1200" dirty="0">
                          <a:solidFill>
                            <a:srgbClr val="FFFFFF"/>
                          </a:solidFill>
                          <a:latin typeface="Malgun Gothic" pitchFamily="34" charset="0"/>
                          <a:ea typeface="Malgun Gothic" pitchFamily="34" charset="-122"/>
                          <a:cs typeface="Malgun Gothic" pitchFamily="34" charset="-120"/>
                        </a:rPr>
                        <a:t> 사용할 </a:t>
                      </a:r>
                      <a:r>
                        <a:rPr lang="en-US" altLang="ko-KR" sz="1200" dirty="0">
                          <a:solidFill>
                            <a:srgbClr val="FFFFFF"/>
                          </a:solidFill>
                          <a:latin typeface="Malgun Gothic" pitchFamily="34" charset="0"/>
                          <a:ea typeface="Malgun Gothic" pitchFamily="34" charset="-122"/>
                          <a:cs typeface="Malgun Gothic" pitchFamily="34" charset="-120"/>
                        </a:rPr>
                        <a:t>e5-small </a:t>
                      </a:r>
                      <a:r>
                        <a:rPr lang="ko-KR" altLang="en-US" sz="1200" dirty="0">
                          <a:solidFill>
                            <a:srgbClr val="FFFFFF"/>
                          </a:solidFill>
                          <a:latin typeface="Malgun Gothic" pitchFamily="34" charset="0"/>
                          <a:ea typeface="Malgun Gothic" pitchFamily="34" charset="-122"/>
                          <a:cs typeface="Malgun Gothic" pitchFamily="34" charset="-120"/>
                        </a:rPr>
                        <a:t>모델의 최대 한도 </a:t>
                      </a:r>
                      <a:r>
                        <a:rPr lang="en-US" altLang="ko-KR" sz="1200" dirty="0">
                          <a:solidFill>
                            <a:srgbClr val="FFFFFF"/>
                          </a:solidFill>
                          <a:latin typeface="Malgun Gothic" pitchFamily="34" charset="0"/>
                          <a:ea typeface="Malgun Gothic" pitchFamily="34" charset="-122"/>
                          <a:cs typeface="Malgun Gothic" pitchFamily="34" charset="-120"/>
                        </a:rPr>
                        <a:t>512</a:t>
                      </a:r>
                      <a:r>
                        <a:rPr lang="ko-KR" altLang="en-US" sz="1200" dirty="0">
                          <a:solidFill>
                            <a:srgbClr val="FFFFFF"/>
                          </a:solidFill>
                          <a:latin typeface="Malgun Gothic" pitchFamily="34" charset="0"/>
                          <a:ea typeface="Malgun Gothic" pitchFamily="34" charset="-122"/>
                          <a:cs typeface="Malgun Gothic" pitchFamily="34" charset="-120"/>
                        </a:rPr>
                        <a:t>토큰보다 넉넉히 작은 </a:t>
                      </a:r>
                      <a:r>
                        <a:rPr lang="en-US" altLang="ko-KR" sz="1200" dirty="0">
                          <a:solidFill>
                            <a:srgbClr val="FFFFFF"/>
                          </a:solidFill>
                          <a:latin typeface="Malgun Gothic" pitchFamily="34" charset="0"/>
                          <a:ea typeface="Malgun Gothic" pitchFamily="34" charset="-122"/>
                          <a:cs typeface="Malgun Gothic" pitchFamily="34" charset="-120"/>
                        </a:rPr>
                        <a:t>350</a:t>
                      </a:r>
                      <a:r>
                        <a:rPr lang="ko-KR" altLang="en-US" sz="1200" dirty="0">
                          <a:solidFill>
                            <a:srgbClr val="FFFFFF"/>
                          </a:solidFill>
                          <a:latin typeface="Malgun Gothic" pitchFamily="34" charset="0"/>
                          <a:ea typeface="Malgun Gothic" pitchFamily="34" charset="-122"/>
                          <a:cs typeface="Malgun Gothic" pitchFamily="34" charset="-120"/>
                        </a:rPr>
                        <a:t>토큰 정도 되는 길이의 문단을 상한으로 잡아 </a:t>
                      </a:r>
                      <a:r>
                        <a:rPr lang="ko-KR" altLang="en-US" sz="1200" dirty="0" err="1">
                          <a:solidFill>
                            <a:srgbClr val="FFFFFF"/>
                          </a:solidFill>
                          <a:latin typeface="Malgun Gothic" pitchFamily="34" charset="0"/>
                          <a:ea typeface="Malgun Gothic" pitchFamily="34" charset="-122"/>
                          <a:cs typeface="Malgun Gothic" pitchFamily="34" charset="-120"/>
                        </a:rPr>
                        <a:t>청킹함으로써</a:t>
                      </a:r>
                      <a:r>
                        <a:rPr lang="ko-KR" altLang="en-US" sz="1200" dirty="0">
                          <a:solidFill>
                            <a:srgbClr val="FFFFFF"/>
                          </a:solidFill>
                          <a:latin typeface="Malgun Gothic" pitchFamily="34" charset="0"/>
                          <a:ea typeface="Malgun Gothic" pitchFamily="34" charset="-122"/>
                          <a:cs typeface="Malgun Gothic" pitchFamily="34" charset="-120"/>
                        </a:rPr>
                        <a:t> </a:t>
                      </a:r>
                      <a:r>
                        <a:rPr lang="ko-KR" altLang="en-US" sz="1200" dirty="0" err="1">
                          <a:solidFill>
                            <a:srgbClr val="FFFFFF"/>
                          </a:solidFill>
                          <a:latin typeface="Malgun Gothic" pitchFamily="34" charset="0"/>
                          <a:ea typeface="Malgun Gothic" pitchFamily="34" charset="-122"/>
                          <a:cs typeface="Malgun Gothic" pitchFamily="34" charset="-120"/>
                        </a:rPr>
                        <a:t>청크</a:t>
                      </a:r>
                      <a:r>
                        <a:rPr lang="ko-KR" altLang="en-US" sz="1200" dirty="0">
                          <a:solidFill>
                            <a:srgbClr val="FFFFFF"/>
                          </a:solidFill>
                          <a:latin typeface="Malgun Gothic" pitchFamily="34" charset="0"/>
                          <a:ea typeface="Malgun Gothic" pitchFamily="34" charset="-122"/>
                          <a:cs typeface="Malgun Gothic" pitchFamily="34" charset="-120"/>
                        </a:rPr>
                        <a:t> 전체가 </a:t>
                      </a:r>
                      <a:r>
                        <a:rPr lang="ko-KR" altLang="en-US" sz="1200" dirty="0" err="1">
                          <a:solidFill>
                            <a:srgbClr val="FFFFFF"/>
                          </a:solidFill>
                          <a:latin typeface="Malgun Gothic" pitchFamily="34" charset="0"/>
                          <a:ea typeface="Malgun Gothic" pitchFamily="34" charset="-122"/>
                          <a:cs typeface="Malgun Gothic" pitchFamily="34" charset="-120"/>
                        </a:rPr>
                        <a:t>임베딩</a:t>
                      </a:r>
                      <a:r>
                        <a:rPr lang="ko-KR" altLang="en-US" sz="1200">
                          <a:solidFill>
                            <a:srgbClr val="FFFFFF"/>
                          </a:solidFill>
                          <a:latin typeface="Malgun Gothic" pitchFamily="34" charset="0"/>
                          <a:ea typeface="Malgun Gothic" pitchFamily="34" charset="-122"/>
                          <a:cs typeface="Malgun Gothic" pitchFamily="34" charset="-120"/>
                        </a:rPr>
                        <a:t> 모델에 </a:t>
                      </a:r>
                      <a:r>
                        <a:rPr lang="ko-KR" altLang="en-US" sz="1200" dirty="0">
                          <a:solidFill>
                            <a:srgbClr val="FFFFFF"/>
                          </a:solidFill>
                          <a:latin typeface="Malgun Gothic" pitchFamily="34" charset="0"/>
                          <a:ea typeface="Malgun Gothic" pitchFamily="34" charset="-122"/>
                          <a:cs typeface="Malgun Gothic" pitchFamily="34" charset="-120"/>
                        </a:rPr>
                        <a:t>읽히게 함</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1"/>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3. 직전 청크의 마지막 문단을 다시 넣기 (175토큰 넘으면 생략)</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청크 경계에 걸친 내용이 양쪽 청크에 모두 남도록 문단 1개를 겹침(오버랩). </a:t>
                      </a:r>
                      <a:endParaRPr lang="en-US" altLang="ko-KR" sz="1200" dirty="0">
                        <a:solidFill>
                          <a:srgbClr val="FFFFFF"/>
                        </a:solidFill>
                        <a:latin typeface="Malgun Gothic" pitchFamily="34" charset="0"/>
                        <a:ea typeface="Malgun Gothic" pitchFamily="34" charset="-122"/>
                        <a:cs typeface="Malgun Gothic" pitchFamily="34" charset="-120"/>
                      </a:endParaRPr>
                    </a:p>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단</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겹칠 문단이 청크의 절반(175토큰)보다 길면 새 청크가 시작부터 중복 내용으로 절반 넘게 차므로 생략</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2"/>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3. 350토큰 넘는 문단은 문장 끝에서, 그래도 길면 단어 경계에서 나누기</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문단 하나가 한도를 넘으면 넘친 부분이 임베딩에서 잘려 검색되지 않음. 문장 끝에서 먼저 자르는 것은 문장이 중간에 끊기지 않게 하기 위함</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3"/>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4. 청크 앞에 [파일명 | p.시작페이지] 붙이기</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청크만 봐도 어느 문서 몇 쪽인지 알 수 있고, 파일명 속 저자·연도·기법 이름이 검색에도 걸림</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4"/>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5. chunks.jsonl 형식 · id는 0부터 · 문단 사이 빈 줄</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인덱싱과 3강 검색 코드가 이 항목 이름(id·doc·page·text) 그대로 읽음. id가 0부터 빠짐없이 이어져야 벡터 표의 줄 번호와 맞음. 빈 줄은 문단 경계와 오버랩을 눈으로 확인하기 위함</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5"/>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6·7. corpus_txt 저장 · 마지막 줄 'OK: …' 고정</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corpus_txt는 뒤에서 '자르지 않고 통째로 넣는 방식'과 비교할 원본(지금은 만들기만 함). 마지막 줄 문장을 정해 두면 성공 여부와 청크 수를 한눈에 판정할 수 있음</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6"/>
                  </a:ext>
                </a:extLst>
              </a:tr>
              <a:tr h="370000">
                <a:tc>
                  <a:txBody>
                    <a:bodyPr/>
                    <a:lstStyle/>
                    <a:p>
                      <a:pPr marL="0" indent="0" algn="l">
                        <a:lnSpc>
                          <a:spcPct val="120000"/>
                        </a:lnSpc>
                        <a:spcAft>
                          <a:spcPts val="0"/>
                        </a:spcAft>
                        <a:buNone/>
                      </a:pPr>
                      <a:r>
                        <a:rPr lang="ko-KR" altLang="en-US" sz="1200" b="1" dirty="0">
                          <a:solidFill>
                            <a:srgbClr val="FFFFFF"/>
                          </a:solidFill>
                          <a:latin typeface="Malgun Gothic" pitchFamily="34" charset="0"/>
                          <a:ea typeface="Malgun Gothic" pitchFamily="34" charset="-122"/>
                          <a:cs typeface="Malgun Gothic" pitchFamily="34" charset="-120"/>
                        </a:rPr>
                        <a:t>uv run python으로 실행 · 끝나면 청크 2개 보여주기</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20000"/>
                        </a:lnSpc>
                        <a:spcAft>
                          <a:spcPts val="0"/>
                        </a:spcAft>
                        <a:buNone/>
                      </a:pPr>
                      <a:r>
                        <a:rPr lang="ko-KR" altLang="en-US" sz="1200" dirty="0">
                          <a:solidFill>
                            <a:srgbClr val="FFFFFF"/>
                          </a:solidFill>
                          <a:latin typeface="Malgun Gothic" pitchFamily="34" charset="0"/>
                          <a:ea typeface="Malgun Gothic" pitchFamily="34" charset="-122"/>
                          <a:cs typeface="Malgun Gothic" pitchFamily="34" charset="-120"/>
                        </a:rPr>
                        <a:t>uv는 1강에서 만든 전용 실행 환경¹(그냥 python이면 라이브러리를 못 찾음). 청크 2개는 본문이 제대로 읽히는지(단 섞임·堺 남음) 사람이 직접 확인하기 위함</a:t>
                      </a: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7"/>
                  </a:ext>
                </a:extLst>
              </a:tr>
            </a:tbl>
          </a:graphicData>
        </a:graphic>
      </p:graphicFrame>
      <p:sp>
        <p:nvSpPr>
          <p:cNvPr id="4" name="Shape 1"/>
          <p:cNvSpPr/>
          <p:nvPr/>
        </p:nvSpPr>
        <p:spPr>
          <a:xfrm>
            <a:off x="640080" y="6035040"/>
            <a:ext cx="10881360" cy="0"/>
          </a:xfrm>
          <a:prstGeom prst="line">
            <a:avLst/>
          </a:prstGeom>
          <a:noFill/>
          <a:ln w="9525">
            <a:solidFill>
              <a:srgbClr val="8A7A2A"/>
            </a:solidFill>
            <a:prstDash val="solid"/>
          </a:ln>
        </p:spPr>
      </p:sp>
      <p:sp>
        <p:nvSpPr>
          <p:cNvPr id="5" name="Text 2"/>
          <p:cNvSpPr txBox="1"/>
          <p:nvPr/>
        </p:nvSpPr>
        <p:spPr>
          <a:xfrm>
            <a:off x="640080" y="6099048"/>
            <a:ext cx="10881360" cy="621792"/>
          </a:xfrm>
          <a:prstGeom prst="rect">
            <a:avLst/>
          </a:prstGeom>
          <a:noFill/>
          <a:ln/>
        </p:spPr>
        <p:txBody>
          <a:bodyPr wrap="square" lIns="0" tIns="0" rIns="0" bIns="0" rtlCol="0" anchor="t"/>
          <a:lstStyle/>
          <a:p>
            <a:pPr marL="0" indent="0">
              <a:lnSpc>
                <a:spcPct val="130000"/>
              </a:lnSpc>
              <a:buNone/>
            </a:pPr>
            <a:r>
              <a:rPr lang="en-US" sz="1000" b="1" dirty="0">
                <a:solidFill>
                  <a:srgbClr val="FFD733"/>
                </a:solidFill>
                <a:latin typeface="Malgun Gothic" pitchFamily="34" charset="0"/>
                <a:ea typeface="Malgun Gothic" pitchFamily="34" charset="-122"/>
                <a:cs typeface="Malgun Gothic" pitchFamily="34" charset="-120"/>
              </a:rPr>
              <a:t>¹ uv</a:t>
            </a:r>
            <a:r>
              <a:rPr lang="en-US" sz="1000" dirty="0">
                <a:solidFill>
                  <a:srgbClr val="FFFFFF"/>
                </a:solidFill>
                <a:latin typeface="Malgun Gothic" pitchFamily="34" charset="0"/>
                <a:ea typeface="Malgun Gothic" pitchFamily="34" charset="-122"/>
                <a:cs typeface="Malgun Gothic" pitchFamily="34" charset="-120"/>
              </a:rPr>
              <a:t>  파이썬 프로젝트마다 필요한 라이브러리를 따로 모아 두고 실행해 주는 도구. 1강에서 이 도구로 환경을 만들었음</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② — chunks.jsonl 한 </a:t>
            </a:r>
            <a:r>
              <a:rPr lang="en-US" sz="2800" b="1" dirty="0" err="1">
                <a:solidFill>
                  <a:srgbClr val="FFFFFF"/>
                </a:solidFill>
                <a:latin typeface="Malgun Gothic" pitchFamily="34" charset="0"/>
                <a:ea typeface="Malgun Gothic" pitchFamily="34" charset="-122"/>
                <a:cs typeface="Malgun Gothic" pitchFamily="34" charset="-120"/>
              </a:rPr>
              <a:t>줄의</a:t>
            </a:r>
            <a:r>
              <a:rPr 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구성</a:t>
            </a:r>
            <a:r>
              <a:rPr lang="en-US"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확인</a:t>
            </a:r>
            <a:endParaRPr lang="en-US" sz="2800" dirty="0"/>
          </a:p>
        </p:txBody>
      </p:sp>
      <p:sp>
        <p:nvSpPr>
          <p:cNvPr id="3" name="Text 1"/>
          <p:cNvSpPr txBox="1"/>
          <p:nvPr/>
        </p:nvSpPr>
        <p:spPr>
          <a:xfrm>
            <a:off x="640080" y="1097280"/>
            <a:ext cx="10881360" cy="41148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400" dirty="0">
                <a:solidFill>
                  <a:srgbClr val="FFFFFF"/>
                </a:solidFill>
                <a:latin typeface="Malgun Gothic" pitchFamily="34" charset="0"/>
                <a:ea typeface="Malgun Gothic" pitchFamily="34" charset="-122"/>
                <a:cs typeface="Malgun Gothic" pitchFamily="34" charset="-120"/>
              </a:rPr>
              <a:t>Claude가 보여 주는 </a:t>
            </a:r>
            <a:r>
              <a:rPr lang="en-US" sz="1400" dirty="0" err="1">
                <a:solidFill>
                  <a:srgbClr val="FFFFFF"/>
                </a:solidFill>
                <a:latin typeface="Malgun Gothic" pitchFamily="34" charset="0"/>
                <a:ea typeface="Malgun Gothic" pitchFamily="34" charset="-122"/>
                <a:cs typeface="Malgun Gothic" pitchFamily="34" charset="-120"/>
              </a:rPr>
              <a:t>샘플</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청크</a:t>
            </a:r>
            <a:r>
              <a:rPr lang="ko-KR" altLang="en-US" sz="1400" dirty="0">
                <a:solidFill>
                  <a:srgbClr val="FFFFFF"/>
                </a:solidFill>
                <a:latin typeface="Malgun Gothic" pitchFamily="34" charset="0"/>
                <a:ea typeface="Malgun Gothic" pitchFamily="34" charset="-122"/>
                <a:cs typeface="Malgun Gothic" pitchFamily="34" charset="-120"/>
              </a:rPr>
              <a:t>의 모양을 </a:t>
            </a:r>
            <a:r>
              <a:rPr lang="en-US" altLang="ko-KR" sz="1400" dirty="0">
                <a:solidFill>
                  <a:srgbClr val="FFFFFF"/>
                </a:solidFill>
                <a:latin typeface="Malgun Gothic" pitchFamily="34" charset="0"/>
                <a:ea typeface="Malgun Gothic" pitchFamily="34" charset="-122"/>
                <a:cs typeface="Malgun Gothic" pitchFamily="34" charset="-120"/>
              </a:rPr>
              <a:t>vs code</a:t>
            </a:r>
            <a:r>
              <a:rPr lang="ko-KR" altLang="en-US" sz="1400" dirty="0">
                <a:solidFill>
                  <a:srgbClr val="FFFFFF"/>
                </a:solidFill>
                <a:latin typeface="Malgun Gothic" pitchFamily="34" charset="0"/>
                <a:ea typeface="Malgun Gothic" pitchFamily="34" charset="-122"/>
                <a:cs typeface="Malgun Gothic" pitchFamily="34" charset="-120"/>
              </a:rPr>
              <a:t>에서 확인하기</a:t>
            </a:r>
            <a:endParaRPr lang="en-US" altLang="ko-KR" sz="1400" dirty="0">
              <a:solidFill>
                <a:srgbClr val="FFFFFF"/>
              </a:solidFill>
              <a:latin typeface="Malgun Gothic" pitchFamily="34" charset="0"/>
              <a:ea typeface="Malgun Gothic" pitchFamily="34" charset="-122"/>
              <a:cs typeface="Malgun Gothic" pitchFamily="34" charset="-120"/>
            </a:endParaRPr>
          </a:p>
          <a:p>
            <a:pPr marL="285750" indent="-285750">
              <a:buFont typeface="Arial" panose="020B0604020202020204" pitchFamily="34" charset="0"/>
              <a:buChar char="•"/>
            </a:pPr>
            <a:r>
              <a:rPr lang="en-US" sz="1400" dirty="0">
                <a:solidFill>
                  <a:srgbClr val="FFFFFF"/>
                </a:solidFill>
                <a:latin typeface="Malgun Gothic" pitchFamily="34" charset="0"/>
                <a:ea typeface="Malgun Gothic" pitchFamily="34" charset="-122"/>
                <a:cs typeface="Malgun Gothic" pitchFamily="34" charset="-120"/>
              </a:rPr>
              <a:t>각 항목이 무엇인지 알아야 판정할 수 있음</a:t>
            </a:r>
            <a:endParaRPr lang="en-US" sz="1400" dirty="0"/>
          </a:p>
        </p:txBody>
      </p:sp>
      <p:sp>
        <p:nvSpPr>
          <p:cNvPr id="4" name="Shape 2"/>
          <p:cNvSpPr/>
          <p:nvPr/>
        </p:nvSpPr>
        <p:spPr>
          <a:xfrm>
            <a:off x="640080" y="1828800"/>
            <a:ext cx="6400800" cy="3566160"/>
          </a:xfrm>
          <a:prstGeom prst="rect">
            <a:avLst/>
          </a:prstGeom>
          <a:solidFill>
            <a:srgbClr val="191914"/>
          </a:solidFill>
          <a:ln w="9525">
            <a:solidFill>
              <a:srgbClr val="3C3C3C"/>
            </a:solidFill>
            <a:prstDash val="solid"/>
          </a:ln>
        </p:spPr>
      </p:sp>
      <p:sp>
        <p:nvSpPr>
          <p:cNvPr id="5" name="Text 3"/>
          <p:cNvSpPr txBox="1"/>
          <p:nvPr/>
        </p:nvSpPr>
        <p:spPr>
          <a:xfrm>
            <a:off x="822960" y="1965960"/>
            <a:ext cx="6035040" cy="3291840"/>
          </a:xfrm>
          <a:prstGeom prst="rect">
            <a:avLst/>
          </a:prstGeom>
          <a:noFill/>
          <a:ln/>
        </p:spPr>
        <p:txBody>
          <a:bodyPr wrap="square" lIns="0" tIns="0" rIns="0" bIns="0" rtlCol="0" anchor="t"/>
          <a:lstStyle/>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  "id": </a:t>
            </a:r>
            <a:r>
              <a:rPr lang="en-US" sz="1300" dirty="0">
                <a:solidFill>
                  <a:srgbClr val="FFD733"/>
                </a:solidFill>
                <a:latin typeface="Consolas" pitchFamily="34" charset="0"/>
                <a:ea typeface="Consolas" pitchFamily="34" charset="-122"/>
                <a:cs typeface="Consolas" pitchFamily="34" charset="-120"/>
              </a:rPr>
              <a:t>742</a:t>
            </a:r>
            <a:r>
              <a:rPr lang="en-US" sz="1300" dirty="0">
                <a:solidFill>
                  <a:srgbClr val="FFFFFF"/>
                </a:solidFill>
                <a:latin typeface="Consolas" pitchFamily="34" charset="0"/>
                <a:ea typeface="Consolas" pitchFamily="34" charset="-122"/>
                <a:cs typeface="Consolas" pitchFamily="34" charset="-120"/>
              </a:rPr>
              <a:t>,</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  "doc": </a:t>
            </a:r>
            <a:r>
              <a:rPr lang="en-US" sz="1300" dirty="0">
                <a:solidFill>
                  <a:srgbClr val="FFD733"/>
                </a:solidFill>
                <a:latin typeface="Consolas" pitchFamily="34" charset="0"/>
                <a:ea typeface="Consolas" pitchFamily="34" charset="-122"/>
                <a:cs typeface="Consolas" pitchFamily="34" charset="-120"/>
              </a:rPr>
              <a:t>"chen2024_m3contrast.pdf"</a:t>
            </a:r>
            <a:r>
              <a:rPr lang="en-US" sz="1300" dirty="0">
                <a:solidFill>
                  <a:srgbClr val="FFFFFF"/>
                </a:solidFill>
                <a:latin typeface="Consolas" pitchFamily="34" charset="0"/>
                <a:ea typeface="Consolas" pitchFamily="34" charset="-122"/>
                <a:cs typeface="Consolas" pitchFamily="34" charset="-120"/>
              </a:rPr>
              <a:t>,</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  "page": </a:t>
            </a:r>
            <a:r>
              <a:rPr lang="en-US" sz="1300" dirty="0">
                <a:solidFill>
                  <a:srgbClr val="FFD733"/>
                </a:solidFill>
                <a:latin typeface="Consolas" pitchFamily="34" charset="0"/>
                <a:ea typeface="Consolas" pitchFamily="34" charset="-122"/>
                <a:cs typeface="Consolas" pitchFamily="34" charset="-120"/>
              </a:rPr>
              <a:t>7</a:t>
            </a:r>
            <a:r>
              <a:rPr lang="en-US" sz="1300" dirty="0">
                <a:solidFill>
                  <a:srgbClr val="FFFFFF"/>
                </a:solidFill>
                <a:latin typeface="Consolas" pitchFamily="34" charset="0"/>
                <a:ea typeface="Consolas" pitchFamily="34" charset="-122"/>
                <a:cs typeface="Consolas" pitchFamily="34" charset="-120"/>
              </a:rPr>
              <a:t>,</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  "text": "</a:t>
            </a:r>
            <a:r>
              <a:rPr lang="en-US" sz="1300" b="1" dirty="0">
                <a:solidFill>
                  <a:srgbClr val="FFD733"/>
                </a:solidFill>
                <a:latin typeface="Consolas" pitchFamily="34" charset="0"/>
                <a:ea typeface="Consolas" pitchFamily="34" charset="-122"/>
                <a:cs typeface="Consolas" pitchFamily="34" charset="-120"/>
              </a:rPr>
              <a:t>[chen2024_m3contrast.pdf | p.7]</a:t>
            </a:r>
            <a:r>
              <a:rPr lang="en-US" sz="1300" dirty="0">
                <a:solidFill>
                  <a:srgbClr val="FFFFFF"/>
                </a:solidFill>
                <a:latin typeface="Consolas" pitchFamily="34" charset="0"/>
                <a:ea typeface="Consolas" pitchFamily="34" charset="-122"/>
                <a:cs typeface="Consolas" pitchFamily="34" charset="-120"/>
              </a:rPr>
              <a:t> 표 3에서 보듯 이 방법은</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           기존 대비 3.2% 향상되었다.\n\n4.3 절제 실험\n\n…"</a:t>
            </a:r>
            <a:endParaRPr lang="en-US" sz="1300" dirty="0"/>
          </a:p>
          <a:p>
            <a:pPr marL="0" indent="0">
              <a:lnSpc>
                <a:spcPct val="150000"/>
              </a:lnSpc>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graphicFrame>
        <p:nvGraphicFramePr>
          <p:cNvPr id="47" name="Table 0"/>
          <p:cNvGraphicFramePr>
            <a:graphicFrameLocks noGrp="1"/>
          </p:cNvGraphicFramePr>
          <p:nvPr/>
        </p:nvGraphicFramePr>
        <p:xfrm>
          <a:off x="7315200" y="1828800"/>
          <a:ext cx="4206240" cy="2785110"/>
        </p:xfrm>
        <a:graphic>
          <a:graphicData uri="http://schemas.openxmlformats.org/drawingml/2006/table">
            <a:tbl>
              <a:tblPr/>
              <a:tblGrid>
                <a:gridCol w="8229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48640">
                <a:tc>
                  <a:txBody>
                    <a:bodyPr/>
                    <a:lstStyle/>
                    <a:p>
                      <a:pPr marL="0" indent="0" algn="l">
                        <a:lnSpc>
                          <a:spcPct val="130000"/>
                        </a:lnSpc>
                        <a:buNone/>
                      </a:pPr>
                      <a:r>
                        <a:rPr lang="en-US" sz="1250" b="1" dirty="0">
                          <a:solidFill>
                            <a:srgbClr val="FFD733"/>
                          </a:solidFill>
                          <a:latin typeface="Malgun Gothic" pitchFamily="34" charset="0"/>
                          <a:ea typeface="Malgun Gothic" pitchFamily="34" charset="-122"/>
                          <a:cs typeface="Malgun Gothic" pitchFamily="34" charset="-120"/>
                        </a:rPr>
                        <a:t>항목</a:t>
                      </a:r>
                      <a:endParaRPr lang="en-US" sz="1250" dirty="0">
                        <a:latin typeface="Malgun Gothic" charset="0"/>
                        <a:ea typeface="Malgun Gothic" charset="0"/>
                        <a:cs typeface="Malgun Gothic"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tc>
                  <a:txBody>
                    <a:bodyPr/>
                    <a:lstStyle/>
                    <a:p>
                      <a:pPr marL="0" indent="0" algn="l">
                        <a:lnSpc>
                          <a:spcPct val="130000"/>
                        </a:lnSpc>
                        <a:buNone/>
                      </a:pPr>
                      <a:r>
                        <a:rPr lang="en-US" sz="1250" b="1" dirty="0">
                          <a:solidFill>
                            <a:srgbClr val="FFD733"/>
                          </a:solidFill>
                          <a:latin typeface="Malgun Gothic" pitchFamily="34" charset="0"/>
                          <a:ea typeface="Malgun Gothic" pitchFamily="34" charset="-122"/>
                          <a:cs typeface="Malgun Gothic" pitchFamily="34" charset="-120"/>
                        </a:rPr>
                        <a:t>내용</a:t>
                      </a:r>
                      <a:endParaRPr lang="en-US" sz="1250" dirty="0">
                        <a:latin typeface="Malgun Gothic" charset="0"/>
                        <a:ea typeface="Malgun Gothic" charset="0"/>
                        <a:cs typeface="Malgun Gothic"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548640">
                <a:tc>
                  <a:txBody>
                    <a:bodyPr/>
                    <a:lstStyle/>
                    <a:p>
                      <a:pPr marL="0" indent="0" algn="l">
                        <a:lnSpc>
                          <a:spcPct val="130000"/>
                        </a:lnSpc>
                        <a:buNone/>
                      </a:pPr>
                      <a:r>
                        <a:rPr lang="en-US" sz="1250" dirty="0">
                          <a:solidFill>
                            <a:srgbClr val="FFFFFF"/>
                          </a:solidFill>
                          <a:latin typeface="Consolas" pitchFamily="34" charset="0"/>
                          <a:ea typeface="Consolas" pitchFamily="34" charset="-122"/>
                          <a:cs typeface="Consolas" pitchFamily="34" charset="-120"/>
                        </a:rPr>
                        <a:t>id</a:t>
                      </a:r>
                      <a:endParaRPr lang="en-US" sz="1250" dirty="0">
                        <a:latin typeface="Consolas" charset="0"/>
                        <a:ea typeface="Consolas" charset="0"/>
                        <a:cs typeface="Consolas"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30000"/>
                        </a:lnSpc>
                        <a:buNone/>
                      </a:pPr>
                      <a:r>
                        <a:rPr lang="en-US" sz="1250" dirty="0">
                          <a:solidFill>
                            <a:srgbClr val="FFFFFF"/>
                          </a:solidFill>
                          <a:latin typeface="Malgun Gothic" pitchFamily="34" charset="0"/>
                          <a:ea typeface="Malgun Gothic" pitchFamily="34" charset="-122"/>
                          <a:cs typeface="Malgun Gothic" pitchFamily="34" charset="-120"/>
                        </a:rPr>
                        <a:t>청크 번호(0부터 순서대로). 나중에 만들 벡터 표의 줄 번호와 같음</a:t>
                      </a:r>
                      <a:endParaRPr lang="en-US" sz="1250" dirty="0">
                        <a:latin typeface="Malgun Gothic" charset="0"/>
                        <a:ea typeface="Malgun Gothic" charset="0"/>
                        <a:cs typeface="Malgun Gothic"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1"/>
                  </a:ext>
                </a:extLst>
              </a:tr>
              <a:tr h="548640">
                <a:tc>
                  <a:txBody>
                    <a:bodyPr/>
                    <a:lstStyle/>
                    <a:p>
                      <a:pPr marL="0" indent="0" algn="l">
                        <a:lnSpc>
                          <a:spcPct val="130000"/>
                        </a:lnSpc>
                        <a:buNone/>
                      </a:pPr>
                      <a:r>
                        <a:rPr lang="en-US" sz="1250" dirty="0">
                          <a:solidFill>
                            <a:srgbClr val="FFFFFF"/>
                          </a:solidFill>
                          <a:latin typeface="Consolas" pitchFamily="34" charset="0"/>
                          <a:ea typeface="Consolas" pitchFamily="34" charset="-122"/>
                          <a:cs typeface="Consolas" pitchFamily="34" charset="-120"/>
                        </a:rPr>
                        <a:t>doc</a:t>
                      </a:r>
                      <a:endParaRPr lang="en-US" sz="1250" dirty="0">
                        <a:latin typeface="Consolas" charset="0"/>
                        <a:ea typeface="Consolas" charset="0"/>
                        <a:cs typeface="Consolas"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30000"/>
                        </a:lnSpc>
                        <a:buNone/>
                      </a:pPr>
                      <a:r>
                        <a:rPr lang="en-US" sz="1250" dirty="0">
                          <a:solidFill>
                            <a:srgbClr val="FFFFFF"/>
                          </a:solidFill>
                          <a:latin typeface="Malgun Gothic" pitchFamily="34" charset="0"/>
                          <a:ea typeface="Malgun Gothic" pitchFamily="34" charset="-122"/>
                          <a:cs typeface="Malgun Gothic" pitchFamily="34" charset="-120"/>
                        </a:rPr>
                        <a:t>이 청크가 나온 PDF 파일 이름</a:t>
                      </a:r>
                      <a:endParaRPr lang="en-US" sz="1250" dirty="0">
                        <a:latin typeface="Malgun Gothic" charset="0"/>
                        <a:ea typeface="Malgun Gothic" charset="0"/>
                        <a:cs typeface="Malgun Gothic"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2"/>
                  </a:ext>
                </a:extLst>
              </a:tr>
              <a:tr h="548640">
                <a:tc>
                  <a:txBody>
                    <a:bodyPr/>
                    <a:lstStyle/>
                    <a:p>
                      <a:pPr marL="0" indent="0" algn="l">
                        <a:lnSpc>
                          <a:spcPct val="130000"/>
                        </a:lnSpc>
                        <a:buNone/>
                      </a:pPr>
                      <a:r>
                        <a:rPr lang="en-US" sz="1250" dirty="0">
                          <a:solidFill>
                            <a:srgbClr val="FFFFFF"/>
                          </a:solidFill>
                          <a:latin typeface="Consolas" pitchFamily="34" charset="0"/>
                          <a:ea typeface="Consolas" pitchFamily="34" charset="-122"/>
                          <a:cs typeface="Consolas" pitchFamily="34" charset="-120"/>
                        </a:rPr>
                        <a:t>page</a:t>
                      </a:r>
                      <a:endParaRPr lang="en-US" sz="1250" dirty="0">
                        <a:latin typeface="Consolas" charset="0"/>
                        <a:ea typeface="Consolas" charset="0"/>
                        <a:cs typeface="Consolas"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30000"/>
                        </a:lnSpc>
                        <a:buNone/>
                      </a:pPr>
                      <a:r>
                        <a:rPr lang="en-US" sz="1250" dirty="0">
                          <a:solidFill>
                            <a:srgbClr val="FFFFFF"/>
                          </a:solidFill>
                          <a:latin typeface="Malgun Gothic" pitchFamily="34" charset="0"/>
                          <a:ea typeface="Malgun Gothic" pitchFamily="34" charset="-122"/>
                          <a:cs typeface="Malgun Gothic" pitchFamily="34" charset="-120"/>
                        </a:rPr>
                        <a:t>청크가 시작되는 쪽번호</a:t>
                      </a:r>
                      <a:endParaRPr lang="en-US" sz="1250" dirty="0">
                        <a:latin typeface="Malgun Gothic" charset="0"/>
                        <a:ea typeface="Malgun Gothic" charset="0"/>
                        <a:cs typeface="Malgun Gothic"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3"/>
                  </a:ext>
                </a:extLst>
              </a:tr>
              <a:tr h="548640">
                <a:tc>
                  <a:txBody>
                    <a:bodyPr/>
                    <a:lstStyle/>
                    <a:p>
                      <a:pPr marL="0" indent="0" algn="l">
                        <a:lnSpc>
                          <a:spcPct val="130000"/>
                        </a:lnSpc>
                        <a:buNone/>
                      </a:pPr>
                      <a:r>
                        <a:rPr lang="en-US" sz="1250" dirty="0">
                          <a:solidFill>
                            <a:srgbClr val="FFFFFF"/>
                          </a:solidFill>
                          <a:latin typeface="Consolas" pitchFamily="34" charset="0"/>
                          <a:ea typeface="Consolas" pitchFamily="34" charset="-122"/>
                          <a:cs typeface="Consolas" pitchFamily="34" charset="-120"/>
                        </a:rPr>
                        <a:t>text</a:t>
                      </a:r>
                      <a:endParaRPr lang="en-US" sz="1250" dirty="0">
                        <a:latin typeface="Consolas" charset="0"/>
                        <a:ea typeface="Consolas" charset="0"/>
                        <a:cs typeface="Consolas"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lnSpc>
                          <a:spcPct val="130000"/>
                        </a:lnSpc>
                        <a:buNone/>
                      </a:pPr>
                      <a:r>
                        <a:rPr lang="en-US" sz="1250" dirty="0">
                          <a:solidFill>
                            <a:srgbClr val="FFFFFF"/>
                          </a:solidFill>
                          <a:latin typeface="Malgun Gothic" pitchFamily="34" charset="0"/>
                          <a:ea typeface="Malgun Gothic" pitchFamily="34" charset="-122"/>
                          <a:cs typeface="Malgun Gothic" pitchFamily="34" charset="-120"/>
                        </a:rPr>
                        <a:t>접두어 + 본문. \n\n 은 문단이 바뀌는 자리</a:t>
                      </a:r>
                      <a:endParaRPr lang="en-US" sz="1250" dirty="0">
                        <a:latin typeface="Malgun Gothic" charset="0"/>
                        <a:ea typeface="Malgun Gothic" charset="0"/>
                        <a:cs typeface="Malgun Gothic" charset="0"/>
                      </a:endParaRPr>
                    </a:p>
                  </a:txBody>
                  <a:tcPr marL="101600" marR="101600" marT="50800" marB="508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실습 ② — </a:t>
            </a:r>
            <a:r>
              <a:rPr lang="en-US" sz="2800" b="1" dirty="0" err="1">
                <a:solidFill>
                  <a:srgbClr val="FFFFFF"/>
                </a:solidFill>
                <a:latin typeface="Malgun Gothic" pitchFamily="34" charset="0"/>
                <a:ea typeface="Malgun Gothic" pitchFamily="34" charset="-122"/>
                <a:cs typeface="Malgun Gothic" pitchFamily="34" charset="-120"/>
              </a:rPr>
              <a:t>유의점</a:t>
            </a:r>
            <a:endParaRPr lang="en-US" sz="2800" dirty="0"/>
          </a:p>
        </p:txBody>
      </p:sp>
      <p:sp>
        <p:nvSpPr>
          <p:cNvPr id="3" name="Shape 1"/>
          <p:cNvSpPr/>
          <p:nvPr/>
        </p:nvSpPr>
        <p:spPr>
          <a:xfrm>
            <a:off x="640080" y="1645920"/>
            <a:ext cx="10881360" cy="1463040"/>
          </a:xfrm>
          <a:prstGeom prst="roundRect">
            <a:avLst>
              <a:gd name="adj" fmla="val 5000"/>
            </a:avLst>
          </a:prstGeom>
          <a:solidFill>
            <a:srgbClr val="262626"/>
          </a:solidFill>
          <a:ln w="19050">
            <a:solidFill>
              <a:srgbClr val="FFD733"/>
            </a:solidFill>
            <a:prstDash val="solid"/>
          </a:ln>
        </p:spPr>
      </p:sp>
      <p:sp>
        <p:nvSpPr>
          <p:cNvPr id="4" name="Text 2"/>
          <p:cNvSpPr txBox="1"/>
          <p:nvPr/>
        </p:nvSpPr>
        <p:spPr>
          <a:xfrm>
            <a:off x="914400" y="1645920"/>
            <a:ext cx="10332720" cy="1463040"/>
          </a:xfrm>
          <a:prstGeom prst="rect">
            <a:avLst/>
          </a:prstGeom>
          <a:noFill/>
          <a:ln/>
        </p:spPr>
        <p:txBody>
          <a:bodyPr wrap="square" lIns="0" tIns="0" rIns="0" bIns="0" rtlCol="0" anchor="ctr"/>
          <a:lstStyle/>
          <a:p>
            <a:pPr marL="0" indent="0" algn="l">
              <a:lnSpc>
                <a:spcPct val="140000"/>
              </a:lnSpc>
              <a:buNone/>
            </a:pPr>
            <a:r>
              <a:rPr lang="en-US" sz="1600" dirty="0">
                <a:solidFill>
                  <a:srgbClr val="FFFFFF"/>
                </a:solidFill>
                <a:latin typeface="Malgun Gothic" pitchFamily="34" charset="0"/>
                <a:ea typeface="Malgun Gothic" pitchFamily="34" charset="-122"/>
                <a:cs typeface="Malgun Gothic" pitchFamily="34" charset="-120"/>
              </a:rPr>
              <a:t>청크 수 N이 옆자리와 다른 것은 정상. 같은 프롬프트라도 Claude가 짜는 코드의 세부(토큰 어림 계산식, 블록을 잇는 기준 등)가 사람마다 조금씩 다르기 때문. 같은 코드를 다시 실행하면 N은 그대로임. 그래서 정확한 숫자가 아니라 범위로 판정함</a:t>
            </a:r>
          </a:p>
        </p:txBody>
      </p:sp>
      <p:sp>
        <p:nvSpPr>
          <p:cNvPr id="5" name="Shape 3"/>
          <p:cNvSpPr/>
          <p:nvPr/>
        </p:nvSpPr>
        <p:spPr>
          <a:xfrm>
            <a:off x="640080" y="3383280"/>
            <a:ext cx="10881360" cy="1280160"/>
          </a:xfrm>
          <a:prstGeom prst="roundRect">
            <a:avLst>
              <a:gd name="adj" fmla="val 5714"/>
            </a:avLst>
          </a:prstGeom>
          <a:solidFill>
            <a:srgbClr val="262626"/>
          </a:solidFill>
          <a:ln w="19050">
            <a:solidFill>
              <a:srgbClr val="FFD733"/>
            </a:solidFill>
            <a:prstDash val="solid"/>
          </a:ln>
        </p:spPr>
      </p:sp>
      <p:sp>
        <p:nvSpPr>
          <p:cNvPr id="6" name="Text 4"/>
          <p:cNvSpPr txBox="1"/>
          <p:nvPr/>
        </p:nvSpPr>
        <p:spPr>
          <a:xfrm>
            <a:off x="914400" y="3383280"/>
            <a:ext cx="10332720" cy="1280160"/>
          </a:xfrm>
          <a:prstGeom prst="rect">
            <a:avLst/>
          </a:prstGeom>
          <a:noFill/>
          <a:ln/>
        </p:spPr>
        <p:txBody>
          <a:bodyPr wrap="square" lIns="0" tIns="0" rIns="0" bIns="0" rtlCol="0" anchor="ctr"/>
          <a:lstStyle/>
          <a:p>
            <a:pPr marL="0" indent="0" algn="l">
              <a:lnSpc>
                <a:spcPct val="140000"/>
              </a:lnSpc>
              <a:buNone/>
            </a:pPr>
            <a:r>
              <a:rPr lang="en-US" sz="1600" dirty="0">
                <a:solidFill>
                  <a:srgbClr val="FFFFFF"/>
                </a:solidFill>
                <a:latin typeface="Malgun Gothic" pitchFamily="34" charset="0"/>
                <a:ea typeface="Malgun Gothic" pitchFamily="34" charset="-122"/>
                <a:cs typeface="Malgun Gothic" pitchFamily="34" charset="-120"/>
              </a:rPr>
              <a:t>판정표와 다르면 무엇이 어떻게 다른지를 그대로 Claude에게 입력해 수정을 요청. 두 번 시도해도 해결되지 않으면 손을 들어 강사를 부를 것</a:t>
            </a:r>
            <a:endParaRPr lang="en-US" sz="1600" dirty="0"/>
          </a:p>
        </p:txBody>
      </p:sp>
      <p:sp>
        <p:nvSpPr>
          <p:cNvPr id="7" name="Text 5"/>
          <p:cNvSpPr txBox="1"/>
          <p:nvPr/>
        </p:nvSpPr>
        <p:spPr>
          <a:xfrm>
            <a:off x="640080" y="4937760"/>
            <a:ext cx="10881360" cy="822960"/>
          </a:xfrm>
          <a:prstGeom prst="rect">
            <a:avLst/>
          </a:prstGeom>
          <a:noFill/>
          <a:ln/>
        </p:spPr>
        <p:txBody>
          <a:bodyPr wrap="square" lIns="0" tIns="0" rIns="0" bIns="0" rtlCol="0" anchor="t"/>
          <a:lstStyle/>
          <a:p>
            <a:pPr marL="0" indent="0" algn="l">
              <a:lnSpc>
                <a:spcPct val="150000"/>
              </a:lnSpc>
              <a:buNone/>
            </a:pPr>
            <a:r>
              <a:rPr lang="en-US" sz="1400" dirty="0">
                <a:solidFill>
                  <a:srgbClr val="FFFFFF"/>
                </a:solidFill>
                <a:latin typeface="Malgun Gothic" pitchFamily="34" charset="0"/>
                <a:ea typeface="Malgun Gothic" pitchFamily="34" charset="-122"/>
                <a:cs typeface="Malgun Gothic" pitchFamily="34" charset="-120"/>
              </a:rPr>
              <a:t>청크 수가 범위를 크게 벗어날 때 원인은 대부분 둘 중 하나임. 문단 나누기가 되지 않아 페이지 전체가 문단 하나로 처리된 경우(청크 수가 너무 적음), 또는 줄바꿈마다 잘려 문단이 잘게 쪼개진 경우(청크 수가 너무 많음)</a:t>
            </a:r>
            <a:endParaRPr lang="en-US" sz="1400"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2497</Words>
  <Application>Microsoft Office PowerPoint</Application>
  <PresentationFormat>와이드스크린</PresentationFormat>
  <Paragraphs>228</Paragraphs>
  <Slides>18</Slides>
  <Notes>18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18</vt:i4>
      </vt:variant>
    </vt:vector>
  </HeadingPairs>
  <TitlesOfParts>
    <vt:vector size="23" baseType="lpstr">
      <vt:lpstr>Malgun Gothic</vt:lpstr>
      <vt:lpstr>Malgun Gothic</vt:lpstr>
      <vt:lpstr>Arial</vt:lpstr>
      <vt:lpstr>Consolas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think</dc:creator>
  <cp:lastModifiedBy>think</cp:lastModifiedBy>
  <cp:revision>1</cp:revision>
  <dcterms:created xsi:type="dcterms:W3CDTF">2026-09-20T14:19:16Z</dcterms:created>
  <dcterms:modified xsi:type="dcterms:W3CDTF">2026-09-20T14:19:58Z</dcterms:modified>
</cp:coreProperties>
</file>